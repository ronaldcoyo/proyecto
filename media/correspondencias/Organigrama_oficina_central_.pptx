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401800" cy="9137650"/>
  <p:notesSz cx="14401800" cy="913765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8906" autoAdjust="0"/>
  </p:normalViewPr>
  <p:slideViewPr>
    <p:cSldViewPr>
      <p:cViewPr>
        <p:scale>
          <a:sx n="150" d="100"/>
          <a:sy n="150" d="100"/>
        </p:scale>
        <p:origin x="-2790" y="-21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240463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8158163" y="0"/>
            <a:ext cx="6240462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AA96F-0205-4BC7-9FBC-325A2A66DC4B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4500563" y="685800"/>
            <a:ext cx="5400675" cy="3425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1439863" y="4340225"/>
            <a:ext cx="11522075" cy="41116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78863"/>
            <a:ext cx="624046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8158163" y="8678863"/>
            <a:ext cx="6240462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F96B4-ACBA-48E2-8C90-ECEB6529A68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62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F96B4-ACBA-48E2-8C90-ECEB6529A6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2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80135" y="2832671"/>
            <a:ext cx="12241530" cy="19189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60270" y="5117084"/>
            <a:ext cx="10081260" cy="2284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20090" y="2101659"/>
            <a:ext cx="6264783" cy="603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416927" y="2101659"/>
            <a:ext cx="6264783" cy="603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0090" y="365506"/>
            <a:ext cx="12961620" cy="1462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090" y="2101659"/>
            <a:ext cx="12961620" cy="603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96612" y="8498015"/>
            <a:ext cx="4608576" cy="456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0090" y="8498015"/>
            <a:ext cx="3312414" cy="456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69296" y="8498015"/>
            <a:ext cx="3312414" cy="456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18503" y="4058633"/>
            <a:ext cx="46355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555"/>
              </a:lnSpc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DIRECCIÓN</a:t>
            </a:r>
            <a:endParaRPr sz="500">
              <a:latin typeface="Arial"/>
              <a:cs typeface="Arial"/>
            </a:endParaRPr>
          </a:p>
          <a:p>
            <a:pPr marL="27305" indent="-27940">
              <a:lnSpc>
                <a:spcPct val="100000"/>
              </a:lnSpc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INNOVACIÓN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TECNOLOGIA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7665" y="473710"/>
            <a:ext cx="18313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375F92"/>
                </a:solidFill>
                <a:latin typeface="Arial Narrow"/>
                <a:cs typeface="Arial Narrow"/>
              </a:rPr>
              <a:t>ORGANIGRAMA</a:t>
            </a:r>
            <a:endParaRPr sz="1800">
              <a:latin typeface="Arial Narrow"/>
              <a:cs typeface="Arial Narrow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375F92"/>
                </a:solidFill>
                <a:latin typeface="Arial Narrow"/>
                <a:cs typeface="Arial Narrow"/>
              </a:rPr>
              <a:t>OFICINA</a:t>
            </a:r>
            <a:r>
              <a:rPr sz="1800" b="1" spc="-105" dirty="0">
                <a:solidFill>
                  <a:srgbClr val="375F92"/>
                </a:solidFill>
                <a:latin typeface="Arial Narrow"/>
                <a:cs typeface="Arial Narrow"/>
              </a:rPr>
              <a:t> </a:t>
            </a:r>
            <a:r>
              <a:rPr sz="1800" b="1" spc="-20" dirty="0">
                <a:solidFill>
                  <a:srgbClr val="375F92"/>
                </a:solidFill>
                <a:latin typeface="Arial Narrow"/>
                <a:cs typeface="Arial Narrow"/>
              </a:rPr>
              <a:t>PRINCIPAL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7776" y="697785"/>
            <a:ext cx="2658575" cy="947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16335" y="2769756"/>
            <a:ext cx="1061085" cy="283845"/>
          </a:xfrm>
          <a:custGeom>
            <a:avLst/>
            <a:gdLst/>
            <a:ahLst/>
            <a:cxnLst/>
            <a:rect l="l" t="t" r="r" b="b"/>
            <a:pathLst>
              <a:path w="1061084" h="283844">
                <a:moveTo>
                  <a:pt x="0" y="283832"/>
                </a:moveTo>
                <a:lnTo>
                  <a:pt x="1060589" y="283832"/>
                </a:lnTo>
                <a:lnTo>
                  <a:pt x="1060589" y="0"/>
                </a:lnTo>
                <a:lnTo>
                  <a:pt x="0" y="0"/>
                </a:lnTo>
                <a:lnTo>
                  <a:pt x="0" y="283832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38078" y="2782570"/>
            <a:ext cx="619760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5715" algn="ctr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EP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ESI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IA 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</a:rPr>
              <a:t>ADMINISTRATIVA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Y 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</a:rPr>
              <a:t>FINANCIERA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257911" y="4062781"/>
            <a:ext cx="511175" cy="281940"/>
          </a:xfrm>
          <a:custGeom>
            <a:avLst/>
            <a:gdLst/>
            <a:ahLst/>
            <a:cxnLst/>
            <a:rect l="l" t="t" r="r" b="b"/>
            <a:pathLst>
              <a:path w="511175" h="281939">
                <a:moveTo>
                  <a:pt x="0" y="281381"/>
                </a:moveTo>
                <a:lnTo>
                  <a:pt x="510984" y="281381"/>
                </a:lnTo>
                <a:lnTo>
                  <a:pt x="510984" y="0"/>
                </a:lnTo>
                <a:lnTo>
                  <a:pt x="0" y="0"/>
                </a:lnTo>
                <a:lnTo>
                  <a:pt x="0" y="281381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325093" y="4113022"/>
            <a:ext cx="38290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CC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Ó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N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HSEQ</a:t>
            </a:r>
            <a:endParaRPr sz="5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46081" y="4053395"/>
            <a:ext cx="607695" cy="248285"/>
          </a:xfrm>
          <a:custGeom>
            <a:avLst/>
            <a:gdLst/>
            <a:ahLst/>
            <a:cxnLst/>
            <a:rect l="l" t="t" r="r" b="b"/>
            <a:pathLst>
              <a:path w="607695" h="248285">
                <a:moveTo>
                  <a:pt x="0" y="247967"/>
                </a:moveTo>
                <a:lnTo>
                  <a:pt x="607199" y="247967"/>
                </a:lnTo>
                <a:lnTo>
                  <a:pt x="607199" y="0"/>
                </a:lnTo>
                <a:lnTo>
                  <a:pt x="0" y="0"/>
                </a:lnTo>
                <a:lnTo>
                  <a:pt x="0" y="247967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41891" y="4048760"/>
            <a:ext cx="619760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DIRECCION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ADMINISTRATIVA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LOGISTICA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49611" y="3053588"/>
            <a:ext cx="1497330" cy="1000125"/>
          </a:xfrm>
          <a:custGeom>
            <a:avLst/>
            <a:gdLst/>
            <a:ahLst/>
            <a:cxnLst/>
            <a:rect l="l" t="t" r="r" b="b"/>
            <a:pathLst>
              <a:path w="1497329" h="1000125">
                <a:moveTo>
                  <a:pt x="0" y="999743"/>
                </a:moveTo>
                <a:lnTo>
                  <a:pt x="0" y="499871"/>
                </a:lnTo>
                <a:lnTo>
                  <a:pt x="1497076" y="499871"/>
                </a:lnTo>
                <a:lnTo>
                  <a:pt x="1497076" y="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54213" y="4760112"/>
            <a:ext cx="589280" cy="243840"/>
          </a:xfrm>
          <a:custGeom>
            <a:avLst/>
            <a:gdLst/>
            <a:ahLst/>
            <a:cxnLst/>
            <a:rect l="l" t="t" r="r" b="b"/>
            <a:pathLst>
              <a:path w="589279" h="243839">
                <a:moveTo>
                  <a:pt x="0" y="243687"/>
                </a:moveTo>
                <a:lnTo>
                  <a:pt x="589279" y="243687"/>
                </a:lnTo>
                <a:lnTo>
                  <a:pt x="589279" y="0"/>
                </a:lnTo>
                <a:lnTo>
                  <a:pt x="0" y="0"/>
                </a:lnTo>
                <a:lnTo>
                  <a:pt x="0" y="243687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91931" y="4791583"/>
            <a:ext cx="52006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660" marR="5080" indent="-60960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OO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RD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lang="es-CO" sz="500" spc="-25" dirty="0">
                <a:solidFill>
                  <a:srgbClr val="4F81BC"/>
                </a:solidFill>
                <a:latin typeface="Arial"/>
                <a:cs typeface="Arial"/>
              </a:rPr>
              <a:t>DOR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  DE</a:t>
            </a:r>
            <a:r>
              <a:rPr sz="500" spc="-2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NOMINA,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960097" y="4056024"/>
            <a:ext cx="533400" cy="255270"/>
          </a:xfrm>
          <a:custGeom>
            <a:avLst/>
            <a:gdLst/>
            <a:ahLst/>
            <a:cxnLst/>
            <a:rect l="l" t="t" r="r" b="b"/>
            <a:pathLst>
              <a:path w="533400" h="255270">
                <a:moveTo>
                  <a:pt x="0" y="254736"/>
                </a:moveTo>
                <a:lnTo>
                  <a:pt x="533158" y="254736"/>
                </a:lnTo>
                <a:lnTo>
                  <a:pt x="533158" y="0"/>
                </a:lnTo>
                <a:lnTo>
                  <a:pt x="0" y="0"/>
                </a:lnTo>
                <a:lnTo>
                  <a:pt x="0" y="25473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039092" y="4092956"/>
            <a:ext cx="38290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CC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Ó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N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TA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B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L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148948" y="4056126"/>
            <a:ext cx="452755" cy="254635"/>
          </a:xfrm>
          <a:custGeom>
            <a:avLst/>
            <a:gdLst/>
            <a:ahLst/>
            <a:cxnLst/>
            <a:rect l="l" t="t" r="r" b="b"/>
            <a:pathLst>
              <a:path w="452754" h="254635">
                <a:moveTo>
                  <a:pt x="0" y="254380"/>
                </a:moveTo>
                <a:lnTo>
                  <a:pt x="452513" y="254380"/>
                </a:lnTo>
                <a:lnTo>
                  <a:pt x="452513" y="0"/>
                </a:lnTo>
                <a:lnTo>
                  <a:pt x="0" y="0"/>
                </a:lnTo>
                <a:lnTo>
                  <a:pt x="0" y="25438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148948" y="4056126"/>
            <a:ext cx="452755" cy="254635"/>
          </a:xfrm>
          <a:custGeom>
            <a:avLst/>
            <a:gdLst/>
            <a:ahLst/>
            <a:cxnLst/>
            <a:rect l="l" t="t" r="r" b="b"/>
            <a:pathLst>
              <a:path w="452754" h="254635">
                <a:moveTo>
                  <a:pt x="0" y="254380"/>
                </a:moveTo>
                <a:lnTo>
                  <a:pt x="452513" y="254380"/>
                </a:lnTo>
                <a:lnTo>
                  <a:pt x="452513" y="0"/>
                </a:lnTo>
                <a:lnTo>
                  <a:pt x="0" y="0"/>
                </a:lnTo>
                <a:lnTo>
                  <a:pt x="0" y="254380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78285" y="4092702"/>
            <a:ext cx="40386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DIRECCION 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FI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N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IE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19" name="object 19"/>
          <p:cNvSpPr/>
          <p:nvPr/>
        </p:nvSpPr>
        <p:spPr>
          <a:xfrm>
            <a:off x="12596341" y="4743729"/>
            <a:ext cx="568325" cy="259079"/>
          </a:xfrm>
          <a:custGeom>
            <a:avLst/>
            <a:gdLst/>
            <a:ahLst/>
            <a:cxnLst/>
            <a:rect l="l" t="t" r="r" b="b"/>
            <a:pathLst>
              <a:path w="568325" h="259079">
                <a:moveTo>
                  <a:pt x="0" y="258889"/>
                </a:moveTo>
                <a:lnTo>
                  <a:pt x="568096" y="258889"/>
                </a:lnTo>
                <a:lnTo>
                  <a:pt x="568096" y="0"/>
                </a:lnTo>
                <a:lnTo>
                  <a:pt x="0" y="0"/>
                </a:lnTo>
                <a:lnTo>
                  <a:pt x="0" y="258889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610120" y="4791583"/>
            <a:ext cx="54419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COORDINACIÓN  </a:t>
            </a:r>
            <a:r>
              <a:rPr sz="500" spc="-20" dirty="0">
                <a:solidFill>
                  <a:srgbClr val="4F81BC"/>
                </a:solidFill>
                <a:latin typeface="Arial"/>
                <a:cs typeface="Arial"/>
              </a:rPr>
              <a:t>NAL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CALIDAD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769086" y="4722971"/>
            <a:ext cx="590076" cy="276860"/>
          </a:xfrm>
          <a:custGeom>
            <a:avLst/>
            <a:gdLst/>
            <a:ahLst/>
            <a:cxnLst/>
            <a:rect l="l" t="t" r="r" b="b"/>
            <a:pathLst>
              <a:path w="520700" h="276860">
                <a:moveTo>
                  <a:pt x="0" y="276580"/>
                </a:moveTo>
                <a:lnTo>
                  <a:pt x="520255" y="276580"/>
                </a:lnTo>
                <a:lnTo>
                  <a:pt x="520255" y="0"/>
                </a:lnTo>
                <a:lnTo>
                  <a:pt x="0" y="0"/>
                </a:lnTo>
                <a:lnTo>
                  <a:pt x="0" y="276580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40393" y="5342598"/>
            <a:ext cx="405130" cy="267335"/>
          </a:xfrm>
          <a:custGeom>
            <a:avLst/>
            <a:gdLst/>
            <a:ahLst/>
            <a:cxnLst/>
            <a:rect l="l" t="t" r="r" b="b"/>
            <a:pathLst>
              <a:path w="405129" h="267335">
                <a:moveTo>
                  <a:pt x="0" y="266992"/>
                </a:moveTo>
                <a:lnTo>
                  <a:pt x="404698" y="266992"/>
                </a:lnTo>
                <a:lnTo>
                  <a:pt x="404698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782304" y="5347843"/>
            <a:ext cx="32448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 marR="5080" indent="-9525" algn="just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L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A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G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Ó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N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HUMANA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26375" y="5965660"/>
            <a:ext cx="540385" cy="267335"/>
          </a:xfrm>
          <a:custGeom>
            <a:avLst/>
            <a:gdLst/>
            <a:ahLst/>
            <a:cxnLst/>
            <a:rect l="l" t="t" r="r" b="b"/>
            <a:pathLst>
              <a:path w="540384" h="267335">
                <a:moveTo>
                  <a:pt x="0" y="267119"/>
                </a:moveTo>
                <a:lnTo>
                  <a:pt x="540207" y="267119"/>
                </a:lnTo>
                <a:lnTo>
                  <a:pt x="540207" y="0"/>
                </a:lnTo>
                <a:lnTo>
                  <a:pt x="0" y="0"/>
                </a:lnTo>
                <a:lnTo>
                  <a:pt x="0" y="267119"/>
                </a:lnTo>
                <a:close/>
              </a:path>
            </a:pathLst>
          </a:custGeom>
          <a:ln w="6349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85938" y="5971159"/>
            <a:ext cx="4216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AUXILIAR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GESTIÓN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HUMANA</a:t>
            </a:r>
            <a:endParaRPr sz="5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420227" y="5960262"/>
            <a:ext cx="442595" cy="273050"/>
          </a:xfrm>
          <a:custGeom>
            <a:avLst/>
            <a:gdLst/>
            <a:ahLst/>
            <a:cxnLst/>
            <a:rect l="l" t="t" r="r" b="b"/>
            <a:pathLst>
              <a:path w="442595" h="273050">
                <a:moveTo>
                  <a:pt x="0" y="272516"/>
                </a:moveTo>
                <a:lnTo>
                  <a:pt x="442112" y="272516"/>
                </a:lnTo>
                <a:lnTo>
                  <a:pt x="442112" y="0"/>
                </a:lnTo>
                <a:lnTo>
                  <a:pt x="0" y="0"/>
                </a:lnTo>
                <a:lnTo>
                  <a:pt x="0" y="27251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431148" y="6006465"/>
            <a:ext cx="4216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AUXILIAR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NOMINA</a:t>
            </a:r>
            <a:endParaRPr sz="5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513435" y="4344162"/>
            <a:ext cx="572770" cy="391160"/>
          </a:xfrm>
          <a:custGeom>
            <a:avLst/>
            <a:gdLst/>
            <a:ahLst/>
            <a:cxnLst/>
            <a:rect l="l" t="t" r="r" b="b"/>
            <a:pathLst>
              <a:path w="572769" h="391160">
                <a:moveTo>
                  <a:pt x="0" y="0"/>
                </a:moveTo>
                <a:lnTo>
                  <a:pt x="0" y="195326"/>
                </a:lnTo>
                <a:lnTo>
                  <a:pt x="572388" y="195326"/>
                </a:lnTo>
                <a:lnTo>
                  <a:pt x="572388" y="39065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904596" y="4344162"/>
            <a:ext cx="608965" cy="408305"/>
          </a:xfrm>
          <a:custGeom>
            <a:avLst/>
            <a:gdLst/>
            <a:ahLst/>
            <a:cxnLst/>
            <a:rect l="l" t="t" r="r" b="b"/>
            <a:pathLst>
              <a:path w="608965" h="408304">
                <a:moveTo>
                  <a:pt x="608837" y="0"/>
                </a:moveTo>
                <a:lnTo>
                  <a:pt x="608837" y="204216"/>
                </a:lnTo>
                <a:lnTo>
                  <a:pt x="0" y="204216"/>
                </a:lnTo>
                <a:lnTo>
                  <a:pt x="0" y="408305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737340" y="4752975"/>
            <a:ext cx="414655" cy="258445"/>
          </a:xfrm>
          <a:custGeom>
            <a:avLst/>
            <a:gdLst/>
            <a:ahLst/>
            <a:cxnLst/>
            <a:rect l="l" t="t" r="r" b="b"/>
            <a:pathLst>
              <a:path w="414654" h="258445">
                <a:moveTo>
                  <a:pt x="0" y="258445"/>
                </a:moveTo>
                <a:lnTo>
                  <a:pt x="414032" y="258445"/>
                </a:lnTo>
                <a:lnTo>
                  <a:pt x="414032" y="0"/>
                </a:lnTo>
                <a:lnTo>
                  <a:pt x="0" y="0"/>
                </a:lnTo>
                <a:lnTo>
                  <a:pt x="0" y="258445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749278" y="4791837"/>
            <a:ext cx="397510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40" marR="5080" indent="-15240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SIS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IA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CONTABLE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977116" y="5972861"/>
            <a:ext cx="497205" cy="288290"/>
          </a:xfrm>
          <a:custGeom>
            <a:avLst/>
            <a:gdLst/>
            <a:ahLst/>
            <a:cxnLst/>
            <a:rect l="l" t="t" r="r" b="b"/>
            <a:pathLst>
              <a:path w="497204" h="288289">
                <a:moveTo>
                  <a:pt x="0" y="287731"/>
                </a:moveTo>
                <a:lnTo>
                  <a:pt x="496646" y="287731"/>
                </a:lnTo>
                <a:lnTo>
                  <a:pt x="496646" y="0"/>
                </a:lnTo>
                <a:lnTo>
                  <a:pt x="0" y="0"/>
                </a:lnTo>
                <a:lnTo>
                  <a:pt x="0" y="287731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2046966" y="6026912"/>
            <a:ext cx="3606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305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AUXILIAR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TA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B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L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2333605" y="5342674"/>
            <a:ext cx="457200" cy="316865"/>
          </a:xfrm>
          <a:custGeom>
            <a:avLst/>
            <a:gdLst/>
            <a:ahLst/>
            <a:cxnLst/>
            <a:rect l="l" t="t" r="r" b="b"/>
            <a:pathLst>
              <a:path w="457200" h="316864">
                <a:moveTo>
                  <a:pt x="0" y="316699"/>
                </a:moveTo>
                <a:lnTo>
                  <a:pt x="457047" y="316699"/>
                </a:lnTo>
                <a:lnTo>
                  <a:pt x="457047" y="0"/>
                </a:lnTo>
                <a:lnTo>
                  <a:pt x="0" y="0"/>
                </a:lnTo>
                <a:lnTo>
                  <a:pt x="0" y="316699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333605" y="5342674"/>
            <a:ext cx="457200" cy="316865"/>
          </a:xfrm>
          <a:custGeom>
            <a:avLst/>
            <a:gdLst/>
            <a:ahLst/>
            <a:cxnLst/>
            <a:rect l="l" t="t" r="r" b="b"/>
            <a:pathLst>
              <a:path w="457200" h="316864">
                <a:moveTo>
                  <a:pt x="0" y="316699"/>
                </a:moveTo>
                <a:lnTo>
                  <a:pt x="457047" y="316699"/>
                </a:lnTo>
                <a:lnTo>
                  <a:pt x="457047" y="0"/>
                </a:lnTo>
                <a:lnTo>
                  <a:pt x="0" y="0"/>
                </a:lnTo>
                <a:lnTo>
                  <a:pt x="0" y="316699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2367006" y="5410962"/>
            <a:ext cx="39433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ANALISTA 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P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U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944477" y="4310761"/>
            <a:ext cx="282575" cy="442595"/>
          </a:xfrm>
          <a:custGeom>
            <a:avLst/>
            <a:gdLst/>
            <a:ahLst/>
            <a:cxnLst/>
            <a:rect l="l" t="t" r="r" b="b"/>
            <a:pathLst>
              <a:path w="282575" h="442595">
                <a:moveTo>
                  <a:pt x="282194" y="0"/>
                </a:moveTo>
                <a:lnTo>
                  <a:pt x="282194" y="221107"/>
                </a:lnTo>
                <a:lnTo>
                  <a:pt x="0" y="221107"/>
                </a:lnTo>
                <a:lnTo>
                  <a:pt x="0" y="442214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226670" y="4310761"/>
            <a:ext cx="335915" cy="1031875"/>
          </a:xfrm>
          <a:custGeom>
            <a:avLst/>
            <a:gdLst/>
            <a:ahLst/>
            <a:cxnLst/>
            <a:rect l="l" t="t" r="r" b="b"/>
            <a:pathLst>
              <a:path w="335915" h="1031875">
                <a:moveTo>
                  <a:pt x="0" y="0"/>
                </a:moveTo>
                <a:lnTo>
                  <a:pt x="0" y="220725"/>
                </a:lnTo>
                <a:lnTo>
                  <a:pt x="335533" y="220725"/>
                </a:lnTo>
                <a:lnTo>
                  <a:pt x="335533" y="1031875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348853" y="4298569"/>
            <a:ext cx="3810" cy="461645"/>
          </a:xfrm>
          <a:custGeom>
            <a:avLst/>
            <a:gdLst/>
            <a:ahLst/>
            <a:cxnLst/>
            <a:rect l="l" t="t" r="r" b="b"/>
            <a:pathLst>
              <a:path w="3809" h="461645">
                <a:moveTo>
                  <a:pt x="1904" y="-3174"/>
                </a:moveTo>
                <a:lnTo>
                  <a:pt x="1904" y="46469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352663" y="4298569"/>
            <a:ext cx="590550" cy="1044575"/>
          </a:xfrm>
          <a:custGeom>
            <a:avLst/>
            <a:gdLst/>
            <a:ahLst/>
            <a:cxnLst/>
            <a:rect l="l" t="t" r="r" b="b"/>
            <a:pathLst>
              <a:path w="590550" h="1044575">
                <a:moveTo>
                  <a:pt x="0" y="0"/>
                </a:moveTo>
                <a:lnTo>
                  <a:pt x="0" y="236347"/>
                </a:lnTo>
                <a:lnTo>
                  <a:pt x="590168" y="236347"/>
                </a:lnTo>
                <a:lnTo>
                  <a:pt x="590168" y="104406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478643" y="5342598"/>
            <a:ext cx="539115" cy="267335"/>
          </a:xfrm>
          <a:custGeom>
            <a:avLst/>
            <a:gdLst/>
            <a:ahLst/>
            <a:cxnLst/>
            <a:rect l="l" t="t" r="r" b="b"/>
            <a:pathLst>
              <a:path w="539115" h="267335">
                <a:moveTo>
                  <a:pt x="0" y="266992"/>
                </a:moveTo>
                <a:lnTo>
                  <a:pt x="538670" y="266992"/>
                </a:lnTo>
                <a:lnTo>
                  <a:pt x="538670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478643" y="5342598"/>
            <a:ext cx="539115" cy="267335"/>
          </a:xfrm>
          <a:custGeom>
            <a:avLst/>
            <a:gdLst/>
            <a:ahLst/>
            <a:cxnLst/>
            <a:rect l="l" t="t" r="r" b="b"/>
            <a:pathLst>
              <a:path w="539115" h="267335">
                <a:moveTo>
                  <a:pt x="0" y="266992"/>
                </a:moveTo>
                <a:lnTo>
                  <a:pt x="538670" y="266992"/>
                </a:lnTo>
                <a:lnTo>
                  <a:pt x="538670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529443" y="5347843"/>
            <a:ext cx="443230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ANALISTA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LOGISTICA 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V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TA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849611" y="4820855"/>
            <a:ext cx="898525" cy="521907"/>
          </a:xfrm>
          <a:custGeom>
            <a:avLst/>
            <a:gdLst/>
            <a:ahLst/>
            <a:cxnLst/>
            <a:rect l="l" t="t" r="r" b="b"/>
            <a:pathLst>
              <a:path w="898525" h="1041400">
                <a:moveTo>
                  <a:pt x="0" y="0"/>
                </a:moveTo>
                <a:lnTo>
                  <a:pt x="0" y="520572"/>
                </a:lnTo>
                <a:lnTo>
                  <a:pt x="898398" y="520572"/>
                </a:lnTo>
                <a:lnTo>
                  <a:pt x="898398" y="1041272"/>
                </a:lnTo>
              </a:path>
            </a:pathLst>
          </a:custGeom>
          <a:ln w="6349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930130" y="6677304"/>
            <a:ext cx="511175" cy="273050"/>
          </a:xfrm>
          <a:custGeom>
            <a:avLst/>
            <a:gdLst/>
            <a:ahLst/>
            <a:cxnLst/>
            <a:rect l="l" t="t" r="r" b="b"/>
            <a:pathLst>
              <a:path w="511175" h="273050">
                <a:moveTo>
                  <a:pt x="0" y="272516"/>
                </a:moveTo>
                <a:lnTo>
                  <a:pt x="511162" y="272516"/>
                </a:lnTo>
                <a:lnTo>
                  <a:pt x="511162" y="0"/>
                </a:lnTo>
                <a:lnTo>
                  <a:pt x="0" y="0"/>
                </a:lnTo>
                <a:lnTo>
                  <a:pt x="0" y="27251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981056" y="6723710"/>
            <a:ext cx="4095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SERVICIOS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G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L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endParaRPr sz="5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521060" y="6677304"/>
            <a:ext cx="496570" cy="273050"/>
          </a:xfrm>
          <a:custGeom>
            <a:avLst/>
            <a:gdLst/>
            <a:ahLst/>
            <a:cxnLst/>
            <a:rect l="l" t="t" r="r" b="b"/>
            <a:pathLst>
              <a:path w="496570" h="273050">
                <a:moveTo>
                  <a:pt x="0" y="272516"/>
                </a:moveTo>
                <a:lnTo>
                  <a:pt x="496277" y="272516"/>
                </a:lnTo>
                <a:lnTo>
                  <a:pt x="496277" y="0"/>
                </a:lnTo>
                <a:lnTo>
                  <a:pt x="0" y="0"/>
                </a:lnTo>
                <a:lnTo>
                  <a:pt x="0" y="27251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0562970" y="6762115"/>
            <a:ext cx="416559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spc="10" dirty="0">
                <a:solidFill>
                  <a:srgbClr val="4F81BC"/>
                </a:solidFill>
                <a:latin typeface="Arial"/>
                <a:cs typeface="Arial"/>
              </a:rPr>
              <a:t>J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endParaRPr sz="5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979534" y="5972937"/>
            <a:ext cx="454025" cy="260350"/>
          </a:xfrm>
          <a:custGeom>
            <a:avLst/>
            <a:gdLst/>
            <a:ahLst/>
            <a:cxnLst/>
            <a:rect l="l" t="t" r="r" b="b"/>
            <a:pathLst>
              <a:path w="454025" h="260350">
                <a:moveTo>
                  <a:pt x="0" y="259842"/>
                </a:moveTo>
                <a:lnTo>
                  <a:pt x="453605" y="259842"/>
                </a:lnTo>
                <a:lnTo>
                  <a:pt x="453605" y="0"/>
                </a:lnTo>
                <a:lnTo>
                  <a:pt x="0" y="0"/>
                </a:lnTo>
                <a:lnTo>
                  <a:pt x="0" y="259842"/>
                </a:lnTo>
                <a:close/>
              </a:path>
            </a:pathLst>
          </a:custGeom>
          <a:ln w="6349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009126" y="6051042"/>
            <a:ext cx="4038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RECEPCION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206356" y="4659211"/>
            <a:ext cx="643255" cy="1314107"/>
          </a:xfrm>
          <a:custGeom>
            <a:avLst/>
            <a:gdLst/>
            <a:ahLst/>
            <a:cxnLst/>
            <a:rect l="l" t="t" r="r" b="b"/>
            <a:pathLst>
              <a:path w="643254" h="1671954">
                <a:moveTo>
                  <a:pt x="643254" y="0"/>
                </a:moveTo>
                <a:lnTo>
                  <a:pt x="643254" y="521462"/>
                </a:lnTo>
                <a:lnTo>
                  <a:pt x="0" y="521462"/>
                </a:lnTo>
                <a:lnTo>
                  <a:pt x="0" y="1671573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849611" y="4301363"/>
            <a:ext cx="920115" cy="2376170"/>
          </a:xfrm>
          <a:custGeom>
            <a:avLst/>
            <a:gdLst/>
            <a:ahLst/>
            <a:cxnLst/>
            <a:rect l="l" t="t" r="r" b="b"/>
            <a:pathLst>
              <a:path w="920115" h="2376170">
                <a:moveTo>
                  <a:pt x="0" y="0"/>
                </a:moveTo>
                <a:lnTo>
                  <a:pt x="0" y="1473707"/>
                </a:lnTo>
                <a:lnTo>
                  <a:pt x="919607" y="1473707"/>
                </a:lnTo>
                <a:lnTo>
                  <a:pt x="919607" y="237591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849611" y="4301363"/>
            <a:ext cx="336550" cy="2376170"/>
          </a:xfrm>
          <a:custGeom>
            <a:avLst/>
            <a:gdLst/>
            <a:ahLst/>
            <a:cxnLst/>
            <a:rect l="l" t="t" r="r" b="b"/>
            <a:pathLst>
              <a:path w="336550" h="2376170">
                <a:moveTo>
                  <a:pt x="0" y="0"/>
                </a:moveTo>
                <a:lnTo>
                  <a:pt x="0" y="1473707"/>
                </a:lnTo>
                <a:lnTo>
                  <a:pt x="336042" y="1473707"/>
                </a:lnTo>
                <a:lnTo>
                  <a:pt x="336042" y="237591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348853" y="5003800"/>
            <a:ext cx="292735" cy="956944"/>
          </a:xfrm>
          <a:custGeom>
            <a:avLst/>
            <a:gdLst/>
            <a:ahLst/>
            <a:cxnLst/>
            <a:rect l="l" t="t" r="r" b="b"/>
            <a:pathLst>
              <a:path w="292734" h="956945">
                <a:moveTo>
                  <a:pt x="0" y="0"/>
                </a:moveTo>
                <a:lnTo>
                  <a:pt x="0" y="478154"/>
                </a:lnTo>
                <a:lnTo>
                  <a:pt x="292353" y="478154"/>
                </a:lnTo>
                <a:lnTo>
                  <a:pt x="292353" y="95643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096504" y="5003800"/>
            <a:ext cx="252729" cy="962025"/>
          </a:xfrm>
          <a:custGeom>
            <a:avLst/>
            <a:gdLst/>
            <a:ahLst/>
            <a:cxnLst/>
            <a:rect l="l" t="t" r="r" b="b"/>
            <a:pathLst>
              <a:path w="252729" h="962025">
                <a:moveTo>
                  <a:pt x="252349" y="0"/>
                </a:moveTo>
                <a:lnTo>
                  <a:pt x="252349" y="480948"/>
                </a:lnTo>
                <a:lnTo>
                  <a:pt x="0" y="480948"/>
                </a:lnTo>
                <a:lnTo>
                  <a:pt x="0" y="96177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839957" y="5965634"/>
            <a:ext cx="533400" cy="274955"/>
          </a:xfrm>
          <a:custGeom>
            <a:avLst/>
            <a:gdLst/>
            <a:ahLst/>
            <a:cxnLst/>
            <a:rect l="l" t="t" r="r" b="b"/>
            <a:pathLst>
              <a:path w="533400" h="274954">
                <a:moveTo>
                  <a:pt x="0" y="274383"/>
                </a:moveTo>
                <a:lnTo>
                  <a:pt x="533285" y="274383"/>
                </a:lnTo>
                <a:lnTo>
                  <a:pt x="533285" y="0"/>
                </a:lnTo>
                <a:lnTo>
                  <a:pt x="0" y="0"/>
                </a:lnTo>
                <a:lnTo>
                  <a:pt x="0" y="27438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0915650" y="6012942"/>
            <a:ext cx="3911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AUXILIAR  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IA</a:t>
            </a:r>
            <a:endParaRPr sz="5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422380" y="5965673"/>
            <a:ext cx="459105" cy="287655"/>
          </a:xfrm>
          <a:custGeom>
            <a:avLst/>
            <a:gdLst/>
            <a:ahLst/>
            <a:cxnLst/>
            <a:rect l="l" t="t" r="r" b="b"/>
            <a:pathLst>
              <a:path w="459104" h="287654">
                <a:moveTo>
                  <a:pt x="0" y="287172"/>
                </a:moveTo>
                <a:lnTo>
                  <a:pt x="458977" y="287172"/>
                </a:lnTo>
                <a:lnTo>
                  <a:pt x="458977" y="0"/>
                </a:lnTo>
                <a:lnTo>
                  <a:pt x="0" y="0"/>
                </a:lnTo>
                <a:lnTo>
                  <a:pt x="0" y="28717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1460860" y="5981192"/>
            <a:ext cx="391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AUXILIAR  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IA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ARCHIVO</a:t>
            </a:r>
            <a:endParaRPr sz="5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1106657" y="5019929"/>
            <a:ext cx="268605" cy="946150"/>
          </a:xfrm>
          <a:custGeom>
            <a:avLst/>
            <a:gdLst/>
            <a:ahLst/>
            <a:cxnLst/>
            <a:rect l="l" t="t" r="r" b="b"/>
            <a:pathLst>
              <a:path w="268604" h="946150">
                <a:moveTo>
                  <a:pt x="268477" y="0"/>
                </a:moveTo>
                <a:lnTo>
                  <a:pt x="268477" y="472821"/>
                </a:lnTo>
                <a:lnTo>
                  <a:pt x="0" y="472821"/>
                </a:lnTo>
                <a:lnTo>
                  <a:pt x="0" y="945641"/>
                </a:lnTo>
              </a:path>
            </a:pathLst>
          </a:custGeom>
          <a:ln w="6349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375135" y="5019929"/>
            <a:ext cx="276860" cy="946150"/>
          </a:xfrm>
          <a:custGeom>
            <a:avLst/>
            <a:gdLst/>
            <a:ahLst/>
            <a:cxnLst/>
            <a:rect l="l" t="t" r="r" b="b"/>
            <a:pathLst>
              <a:path w="276859" h="946150">
                <a:moveTo>
                  <a:pt x="0" y="0"/>
                </a:moveTo>
                <a:lnTo>
                  <a:pt x="0" y="472821"/>
                </a:lnTo>
                <a:lnTo>
                  <a:pt x="276733" y="472821"/>
                </a:lnTo>
                <a:lnTo>
                  <a:pt x="276733" y="945641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346688" y="3053588"/>
            <a:ext cx="28575" cy="1002665"/>
          </a:xfrm>
          <a:custGeom>
            <a:avLst/>
            <a:gdLst/>
            <a:ahLst/>
            <a:cxnLst/>
            <a:rect l="l" t="t" r="r" b="b"/>
            <a:pathLst>
              <a:path w="28575" h="1002664">
                <a:moveTo>
                  <a:pt x="0" y="0"/>
                </a:moveTo>
                <a:lnTo>
                  <a:pt x="0" y="501268"/>
                </a:lnTo>
                <a:lnTo>
                  <a:pt x="28447" y="501268"/>
                </a:lnTo>
                <a:lnTo>
                  <a:pt x="28447" y="1002538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279515" y="4049408"/>
            <a:ext cx="712470" cy="238760"/>
          </a:xfrm>
          <a:custGeom>
            <a:avLst/>
            <a:gdLst/>
            <a:ahLst/>
            <a:cxnLst/>
            <a:rect l="l" t="t" r="r" b="b"/>
            <a:pathLst>
              <a:path w="712470" h="238760">
                <a:moveTo>
                  <a:pt x="0" y="238493"/>
                </a:moveTo>
                <a:lnTo>
                  <a:pt x="711974" y="238493"/>
                </a:lnTo>
                <a:lnTo>
                  <a:pt x="711974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279515" y="4049408"/>
            <a:ext cx="712470" cy="238760"/>
          </a:xfrm>
          <a:custGeom>
            <a:avLst/>
            <a:gdLst/>
            <a:ahLst/>
            <a:cxnLst/>
            <a:rect l="l" t="t" r="r" b="b"/>
            <a:pathLst>
              <a:path w="712470" h="238760">
                <a:moveTo>
                  <a:pt x="0" y="238493"/>
                </a:moveTo>
                <a:lnTo>
                  <a:pt x="711974" y="238493"/>
                </a:lnTo>
                <a:lnTo>
                  <a:pt x="711974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392417" y="4039870"/>
            <a:ext cx="488950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75" algn="ctr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DIRECCIÓN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INNOVACIÓN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TECNOLOGIA</a:t>
            </a:r>
            <a:endParaRPr sz="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635495" y="3053588"/>
            <a:ext cx="4711700" cy="996315"/>
          </a:xfrm>
          <a:custGeom>
            <a:avLst/>
            <a:gdLst/>
            <a:ahLst/>
            <a:cxnLst/>
            <a:rect l="l" t="t" r="r" b="b"/>
            <a:pathLst>
              <a:path w="4711700" h="996314">
                <a:moveTo>
                  <a:pt x="4711192" y="0"/>
                </a:moveTo>
                <a:lnTo>
                  <a:pt x="4711192" y="497966"/>
                </a:lnTo>
                <a:lnTo>
                  <a:pt x="0" y="497966"/>
                </a:lnTo>
                <a:lnTo>
                  <a:pt x="0" y="99580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346688" y="3053588"/>
            <a:ext cx="880110" cy="1002665"/>
          </a:xfrm>
          <a:custGeom>
            <a:avLst/>
            <a:gdLst/>
            <a:ahLst/>
            <a:cxnLst/>
            <a:rect l="l" t="t" r="r" b="b"/>
            <a:pathLst>
              <a:path w="880109" h="1002664">
                <a:moveTo>
                  <a:pt x="0" y="0"/>
                </a:moveTo>
                <a:lnTo>
                  <a:pt x="0" y="501268"/>
                </a:lnTo>
                <a:lnTo>
                  <a:pt x="879982" y="501268"/>
                </a:lnTo>
                <a:lnTo>
                  <a:pt x="879982" y="1002538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1346688" y="3053588"/>
            <a:ext cx="2167255" cy="1009650"/>
          </a:xfrm>
          <a:custGeom>
            <a:avLst/>
            <a:gdLst/>
            <a:ahLst/>
            <a:cxnLst/>
            <a:rect l="l" t="t" r="r" b="b"/>
            <a:pathLst>
              <a:path w="2167255" h="1009650">
                <a:moveTo>
                  <a:pt x="0" y="0"/>
                </a:moveTo>
                <a:lnTo>
                  <a:pt x="0" y="504697"/>
                </a:lnTo>
                <a:lnTo>
                  <a:pt x="2166746" y="504697"/>
                </a:lnTo>
                <a:lnTo>
                  <a:pt x="2166746" y="1009268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059168" y="4765599"/>
            <a:ext cx="578485" cy="238760"/>
          </a:xfrm>
          <a:custGeom>
            <a:avLst/>
            <a:gdLst/>
            <a:ahLst/>
            <a:cxnLst/>
            <a:rect l="l" t="t" r="r" b="b"/>
            <a:pathLst>
              <a:path w="578484" h="238760">
                <a:moveTo>
                  <a:pt x="0" y="238201"/>
                </a:moveTo>
                <a:lnTo>
                  <a:pt x="578002" y="238201"/>
                </a:lnTo>
                <a:lnTo>
                  <a:pt x="578002" y="0"/>
                </a:lnTo>
                <a:lnTo>
                  <a:pt x="0" y="0"/>
                </a:lnTo>
                <a:lnTo>
                  <a:pt x="0" y="238201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072376" y="4756150"/>
            <a:ext cx="55562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just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R  DE</a:t>
            </a:r>
            <a:r>
              <a:rPr sz="500" spc="-6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PLATAFORMA  TECNOLOGICA</a:t>
            </a:r>
            <a:endParaRPr sz="5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335521" y="4765624"/>
            <a:ext cx="581660" cy="246379"/>
          </a:xfrm>
          <a:custGeom>
            <a:avLst/>
            <a:gdLst/>
            <a:ahLst/>
            <a:cxnLst/>
            <a:rect l="l" t="t" r="r" b="b"/>
            <a:pathLst>
              <a:path w="581659" h="246379">
                <a:moveTo>
                  <a:pt x="0" y="245795"/>
                </a:moveTo>
                <a:lnTo>
                  <a:pt x="581494" y="245795"/>
                </a:lnTo>
                <a:lnTo>
                  <a:pt x="581494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6336538" y="4798314"/>
            <a:ext cx="58356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INVESTIGADOR 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500" spc="-5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TECNOLOGIAS</a:t>
            </a:r>
            <a:endParaRPr sz="5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654672" y="5342598"/>
            <a:ext cx="653415" cy="267335"/>
          </a:xfrm>
          <a:custGeom>
            <a:avLst/>
            <a:gdLst/>
            <a:ahLst/>
            <a:cxnLst/>
            <a:rect l="l" t="t" r="r" b="b"/>
            <a:pathLst>
              <a:path w="653415" h="267335">
                <a:moveTo>
                  <a:pt x="0" y="266992"/>
                </a:moveTo>
                <a:lnTo>
                  <a:pt x="653072" y="266992"/>
                </a:lnTo>
                <a:lnTo>
                  <a:pt x="653072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654672" y="5342598"/>
            <a:ext cx="653415" cy="267335"/>
          </a:xfrm>
          <a:custGeom>
            <a:avLst/>
            <a:gdLst/>
            <a:ahLst/>
            <a:cxnLst/>
            <a:rect l="l" t="t" r="r" b="b"/>
            <a:pathLst>
              <a:path w="653415" h="267335">
                <a:moveTo>
                  <a:pt x="0" y="266992"/>
                </a:moveTo>
                <a:lnTo>
                  <a:pt x="653072" y="266992"/>
                </a:lnTo>
                <a:lnTo>
                  <a:pt x="653072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49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738366" y="5347843"/>
            <a:ext cx="489584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INGENIERO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DE  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SOPORTE  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N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spc="5" dirty="0">
                <a:solidFill>
                  <a:schemeClr val="accent1"/>
                </a:solidFill>
                <a:latin typeface="Arial"/>
                <a:cs typeface="Arial"/>
              </a:rPr>
              <a:t>L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OG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endParaRPr sz="50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635495" y="4287901"/>
            <a:ext cx="713105" cy="478155"/>
          </a:xfrm>
          <a:custGeom>
            <a:avLst/>
            <a:gdLst/>
            <a:ahLst/>
            <a:cxnLst/>
            <a:rect l="l" t="t" r="r" b="b"/>
            <a:pathLst>
              <a:path w="713104" h="478154">
                <a:moveTo>
                  <a:pt x="0" y="0"/>
                </a:moveTo>
                <a:lnTo>
                  <a:pt x="0" y="238887"/>
                </a:lnTo>
                <a:lnTo>
                  <a:pt x="712597" y="238887"/>
                </a:lnTo>
                <a:lnTo>
                  <a:pt x="712597" y="47764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626352" y="4287901"/>
            <a:ext cx="9525" cy="478155"/>
          </a:xfrm>
          <a:custGeom>
            <a:avLst/>
            <a:gdLst/>
            <a:ahLst/>
            <a:cxnLst/>
            <a:rect l="l" t="t" r="r" b="b"/>
            <a:pathLst>
              <a:path w="9525" h="478154">
                <a:moveTo>
                  <a:pt x="9144" y="0"/>
                </a:moveTo>
                <a:lnTo>
                  <a:pt x="9144" y="238887"/>
                </a:lnTo>
                <a:lnTo>
                  <a:pt x="0" y="238887"/>
                </a:lnTo>
                <a:lnTo>
                  <a:pt x="0" y="47764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962775" y="1321867"/>
            <a:ext cx="884555" cy="228600"/>
          </a:xfrm>
          <a:custGeom>
            <a:avLst/>
            <a:gdLst/>
            <a:ahLst/>
            <a:cxnLst/>
            <a:rect l="l" t="t" r="r" b="b"/>
            <a:pathLst>
              <a:path w="884554" h="228600">
                <a:moveTo>
                  <a:pt x="0" y="228295"/>
                </a:moveTo>
                <a:lnTo>
                  <a:pt x="884364" y="228295"/>
                </a:lnTo>
                <a:lnTo>
                  <a:pt x="884364" y="0"/>
                </a:lnTo>
                <a:lnTo>
                  <a:pt x="0" y="0"/>
                </a:lnTo>
                <a:lnTo>
                  <a:pt x="0" y="228295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116571" y="1382649"/>
            <a:ext cx="58356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5" dirty="0">
                <a:solidFill>
                  <a:srgbClr val="FFFFFF"/>
                </a:solidFill>
                <a:latin typeface="Arial"/>
                <a:cs typeface="Arial"/>
              </a:rPr>
              <a:t>JUNTA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 DIRECTIVA</a:t>
            </a:r>
            <a:endParaRPr sz="5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7406703" y="1545399"/>
            <a:ext cx="0" cy="334010"/>
          </a:xfrm>
          <a:custGeom>
            <a:avLst/>
            <a:gdLst/>
            <a:ahLst/>
            <a:cxnLst/>
            <a:rect l="l" t="t" r="r" b="b"/>
            <a:pathLst>
              <a:path h="334010">
                <a:moveTo>
                  <a:pt x="0" y="0"/>
                </a:moveTo>
                <a:lnTo>
                  <a:pt x="0" y="333489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292592" y="1634719"/>
            <a:ext cx="673735" cy="237490"/>
          </a:xfrm>
          <a:custGeom>
            <a:avLst/>
            <a:gdLst/>
            <a:ahLst/>
            <a:cxnLst/>
            <a:rect l="l" t="t" r="r" b="b"/>
            <a:pathLst>
              <a:path w="673734" h="237489">
                <a:moveTo>
                  <a:pt x="0" y="237007"/>
                </a:moveTo>
                <a:lnTo>
                  <a:pt x="673607" y="237007"/>
                </a:lnTo>
                <a:lnTo>
                  <a:pt x="673607" y="0"/>
                </a:lnTo>
                <a:lnTo>
                  <a:pt x="0" y="0"/>
                </a:lnTo>
                <a:lnTo>
                  <a:pt x="0" y="23700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8477504" y="1661922"/>
            <a:ext cx="3098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</a:pP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R  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FISCAL</a:t>
            </a:r>
            <a:endParaRPr sz="5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404861" y="1550162"/>
            <a:ext cx="887730" cy="203200"/>
          </a:xfrm>
          <a:custGeom>
            <a:avLst/>
            <a:gdLst/>
            <a:ahLst/>
            <a:cxnLst/>
            <a:rect l="l" t="t" r="r" b="b"/>
            <a:pathLst>
              <a:path w="887729" h="203200">
                <a:moveTo>
                  <a:pt x="0" y="0"/>
                </a:moveTo>
                <a:lnTo>
                  <a:pt x="0" y="203073"/>
                </a:lnTo>
                <a:lnTo>
                  <a:pt x="887730" y="203073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955788" y="2220188"/>
            <a:ext cx="673735" cy="237490"/>
          </a:xfrm>
          <a:custGeom>
            <a:avLst/>
            <a:gdLst/>
            <a:ahLst/>
            <a:cxnLst/>
            <a:rect l="l" t="t" r="r" b="b"/>
            <a:pathLst>
              <a:path w="673734" h="237489">
                <a:moveTo>
                  <a:pt x="0" y="237007"/>
                </a:moveTo>
                <a:lnTo>
                  <a:pt x="673607" y="237007"/>
                </a:lnTo>
                <a:lnTo>
                  <a:pt x="673607" y="0"/>
                </a:lnTo>
                <a:lnTo>
                  <a:pt x="0" y="0"/>
                </a:lnTo>
                <a:lnTo>
                  <a:pt x="0" y="23700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8143747" y="2247392"/>
            <a:ext cx="304165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5" dirty="0">
                <a:solidFill>
                  <a:srgbClr val="FFFFFF"/>
                </a:solidFill>
                <a:latin typeface="Arial"/>
                <a:cs typeface="Arial"/>
              </a:rPr>
              <a:t>AUDITOR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00" spc="-15" dirty="0">
                <a:solidFill>
                  <a:srgbClr val="FFFFFF"/>
                </a:solidFill>
                <a:latin typeface="Arial"/>
                <a:cs typeface="Arial"/>
              </a:rPr>
              <a:t>INTERNO</a:t>
            </a:r>
            <a:endParaRPr sz="5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408544" y="2107184"/>
            <a:ext cx="547370" cy="231775"/>
          </a:xfrm>
          <a:custGeom>
            <a:avLst/>
            <a:gdLst/>
            <a:ahLst/>
            <a:cxnLst/>
            <a:rect l="l" t="t" r="r" b="b"/>
            <a:pathLst>
              <a:path w="547370" h="231775">
                <a:moveTo>
                  <a:pt x="0" y="0"/>
                </a:moveTo>
                <a:lnTo>
                  <a:pt x="0" y="231521"/>
                </a:lnTo>
                <a:lnTo>
                  <a:pt x="547243" y="231521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254496" y="2220188"/>
            <a:ext cx="708660" cy="237490"/>
          </a:xfrm>
          <a:custGeom>
            <a:avLst/>
            <a:gdLst/>
            <a:ahLst/>
            <a:cxnLst/>
            <a:rect l="l" t="t" r="r" b="b"/>
            <a:pathLst>
              <a:path w="708659" h="237489">
                <a:moveTo>
                  <a:pt x="0" y="237007"/>
                </a:moveTo>
                <a:lnTo>
                  <a:pt x="708240" y="237007"/>
                </a:lnTo>
                <a:lnTo>
                  <a:pt x="708240" y="0"/>
                </a:lnTo>
                <a:lnTo>
                  <a:pt x="0" y="0"/>
                </a:lnTo>
                <a:lnTo>
                  <a:pt x="0" y="23700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6435597" y="2247392"/>
            <a:ext cx="348615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SES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IA</a:t>
            </a:r>
            <a:endParaRPr sz="500" dirty="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JURIDICA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962775" y="2107184"/>
            <a:ext cx="445770" cy="231775"/>
          </a:xfrm>
          <a:custGeom>
            <a:avLst/>
            <a:gdLst/>
            <a:ahLst/>
            <a:cxnLst/>
            <a:rect l="l" t="t" r="r" b="b"/>
            <a:pathLst>
              <a:path w="445770" h="231775">
                <a:moveTo>
                  <a:pt x="445770" y="0"/>
                </a:moveTo>
                <a:lnTo>
                  <a:pt x="445770" y="231521"/>
                </a:lnTo>
                <a:lnTo>
                  <a:pt x="0" y="231521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66457" y="1878889"/>
            <a:ext cx="884555" cy="228600"/>
          </a:xfrm>
          <a:custGeom>
            <a:avLst/>
            <a:gdLst/>
            <a:ahLst/>
            <a:cxnLst/>
            <a:rect l="l" t="t" r="r" b="b"/>
            <a:pathLst>
              <a:path w="884554" h="228600">
                <a:moveTo>
                  <a:pt x="0" y="228295"/>
                </a:moveTo>
                <a:lnTo>
                  <a:pt x="884364" y="228295"/>
                </a:lnTo>
                <a:lnTo>
                  <a:pt x="884364" y="0"/>
                </a:lnTo>
                <a:lnTo>
                  <a:pt x="0" y="0"/>
                </a:lnTo>
                <a:lnTo>
                  <a:pt x="0" y="228295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184263" y="1901698"/>
            <a:ext cx="4552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ESI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IA  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COLEGIADA</a:t>
            </a:r>
            <a:endParaRPr sz="5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7408544" y="2107184"/>
            <a:ext cx="3938270" cy="662940"/>
          </a:xfrm>
          <a:custGeom>
            <a:avLst/>
            <a:gdLst/>
            <a:ahLst/>
            <a:cxnLst/>
            <a:rect l="l" t="t" r="r" b="b"/>
            <a:pathLst>
              <a:path w="3938270" h="662939">
                <a:moveTo>
                  <a:pt x="3938143" y="662559"/>
                </a:moveTo>
                <a:lnTo>
                  <a:pt x="3938143" y="513969"/>
                </a:lnTo>
                <a:lnTo>
                  <a:pt x="0" y="513969"/>
                </a:lnTo>
                <a:lnTo>
                  <a:pt x="0" y="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3209078" y="4733925"/>
            <a:ext cx="527686" cy="276860"/>
          </a:xfrm>
          <a:custGeom>
            <a:avLst/>
            <a:gdLst/>
            <a:ahLst/>
            <a:cxnLst/>
            <a:rect l="l" t="t" r="r" b="b"/>
            <a:pathLst>
              <a:path w="511175" h="276860">
                <a:moveTo>
                  <a:pt x="0" y="276580"/>
                </a:moveTo>
                <a:lnTo>
                  <a:pt x="510984" y="276580"/>
                </a:lnTo>
                <a:lnTo>
                  <a:pt x="510984" y="0"/>
                </a:lnTo>
                <a:lnTo>
                  <a:pt x="0" y="0"/>
                </a:lnTo>
                <a:lnTo>
                  <a:pt x="0" y="276580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3513435" y="4344162"/>
            <a:ext cx="1270" cy="391160"/>
          </a:xfrm>
          <a:custGeom>
            <a:avLst/>
            <a:gdLst/>
            <a:ahLst/>
            <a:cxnLst/>
            <a:rect l="l" t="t" r="r" b="b"/>
            <a:pathLst>
              <a:path w="1269" h="391160">
                <a:moveTo>
                  <a:pt x="0" y="0"/>
                </a:moveTo>
                <a:lnTo>
                  <a:pt x="1143" y="39065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2225401" y="4310761"/>
            <a:ext cx="1270" cy="1662430"/>
          </a:xfrm>
          <a:custGeom>
            <a:avLst/>
            <a:gdLst/>
            <a:ahLst/>
            <a:cxnLst/>
            <a:rect l="l" t="t" r="r" b="b"/>
            <a:pathLst>
              <a:path w="1270" h="1662429">
                <a:moveTo>
                  <a:pt x="1270" y="0"/>
                </a:moveTo>
                <a:lnTo>
                  <a:pt x="0" y="166217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1148948" y="4765548"/>
            <a:ext cx="452755" cy="254635"/>
          </a:xfrm>
          <a:custGeom>
            <a:avLst/>
            <a:gdLst/>
            <a:ahLst/>
            <a:cxnLst/>
            <a:rect l="l" t="t" r="r" b="b"/>
            <a:pathLst>
              <a:path w="452754" h="254635">
                <a:moveTo>
                  <a:pt x="0" y="254380"/>
                </a:moveTo>
                <a:lnTo>
                  <a:pt x="452513" y="254380"/>
                </a:lnTo>
                <a:lnTo>
                  <a:pt x="452513" y="0"/>
                </a:lnTo>
                <a:lnTo>
                  <a:pt x="0" y="0"/>
                </a:lnTo>
                <a:lnTo>
                  <a:pt x="0" y="254380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11187430" y="4840605"/>
            <a:ext cx="380365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1375135" y="4310507"/>
            <a:ext cx="0" cy="455295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0"/>
                </a:moveTo>
                <a:lnTo>
                  <a:pt x="0" y="45504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031860" y="4062781"/>
            <a:ext cx="641985" cy="236220"/>
          </a:xfrm>
          <a:custGeom>
            <a:avLst/>
            <a:gdLst/>
            <a:ahLst/>
            <a:cxnLst/>
            <a:rect l="l" t="t" r="r" b="b"/>
            <a:pathLst>
              <a:path w="641984" h="236220">
                <a:moveTo>
                  <a:pt x="0" y="235788"/>
                </a:moveTo>
                <a:lnTo>
                  <a:pt x="641692" y="235788"/>
                </a:lnTo>
                <a:lnTo>
                  <a:pt x="641692" y="0"/>
                </a:lnTo>
                <a:lnTo>
                  <a:pt x="0" y="0"/>
                </a:lnTo>
                <a:lnTo>
                  <a:pt x="0" y="235788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031860" y="4062781"/>
            <a:ext cx="641985" cy="236220"/>
          </a:xfrm>
          <a:custGeom>
            <a:avLst/>
            <a:gdLst/>
            <a:ahLst/>
            <a:cxnLst/>
            <a:rect l="l" t="t" r="r" b="b"/>
            <a:pathLst>
              <a:path w="641984" h="236220">
                <a:moveTo>
                  <a:pt x="0" y="235788"/>
                </a:moveTo>
                <a:lnTo>
                  <a:pt x="641692" y="235788"/>
                </a:lnTo>
                <a:lnTo>
                  <a:pt x="641692" y="0"/>
                </a:lnTo>
                <a:lnTo>
                  <a:pt x="0" y="0"/>
                </a:lnTo>
                <a:lnTo>
                  <a:pt x="0" y="235788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8057768" y="4090162"/>
            <a:ext cx="59245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6680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DIRECCION  GESTION</a:t>
            </a:r>
            <a:r>
              <a:rPr sz="500" spc="-7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HUMANA</a:t>
            </a:r>
            <a:endParaRPr sz="50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9902570" y="5342598"/>
            <a:ext cx="539115" cy="267335"/>
          </a:xfrm>
          <a:custGeom>
            <a:avLst/>
            <a:gdLst/>
            <a:ahLst/>
            <a:cxnLst/>
            <a:rect l="l" t="t" r="r" b="b"/>
            <a:pathLst>
              <a:path w="539115" h="267335">
                <a:moveTo>
                  <a:pt x="0" y="266992"/>
                </a:moveTo>
                <a:lnTo>
                  <a:pt x="538670" y="266992"/>
                </a:lnTo>
                <a:lnTo>
                  <a:pt x="538670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902570" y="5342598"/>
            <a:ext cx="539115" cy="267335"/>
          </a:xfrm>
          <a:custGeom>
            <a:avLst/>
            <a:gdLst/>
            <a:ahLst/>
            <a:cxnLst/>
            <a:rect l="l" t="t" r="r" b="b"/>
            <a:pathLst>
              <a:path w="539115" h="267335">
                <a:moveTo>
                  <a:pt x="0" y="266992"/>
                </a:moveTo>
                <a:lnTo>
                  <a:pt x="538670" y="266992"/>
                </a:lnTo>
                <a:lnTo>
                  <a:pt x="538670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9971278" y="5347843"/>
            <a:ext cx="406400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75" algn="ctr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ANALISTA  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COMPRAS</a:t>
            </a:r>
            <a:r>
              <a:rPr sz="500" spc="-4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E  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INSUMOS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9254490" y="5342598"/>
            <a:ext cx="539115" cy="267335"/>
          </a:xfrm>
          <a:custGeom>
            <a:avLst/>
            <a:gdLst/>
            <a:ahLst/>
            <a:cxnLst/>
            <a:rect l="l" t="t" r="r" b="b"/>
            <a:pathLst>
              <a:path w="539115" h="267335">
                <a:moveTo>
                  <a:pt x="0" y="266992"/>
                </a:moveTo>
                <a:lnTo>
                  <a:pt x="538670" y="266992"/>
                </a:lnTo>
                <a:lnTo>
                  <a:pt x="538670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9320276" y="5347843"/>
            <a:ext cx="412750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" algn="just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ANALISTA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COMPRAS </a:t>
            </a:r>
            <a:r>
              <a:rPr lang="es-CO" sz="500" spc="-10" dirty="0">
                <a:solidFill>
                  <a:srgbClr val="4F81BC"/>
                </a:solidFill>
                <a:latin typeface="Arial"/>
                <a:cs typeface="Arial"/>
              </a:rPr>
              <a:t>Y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EP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U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9849611" y="4826697"/>
            <a:ext cx="322580" cy="516065"/>
          </a:xfrm>
          <a:custGeom>
            <a:avLst/>
            <a:gdLst/>
            <a:ahLst/>
            <a:cxnLst/>
            <a:rect l="l" t="t" r="r" b="b"/>
            <a:pathLst>
              <a:path w="322579" h="1041400">
                <a:moveTo>
                  <a:pt x="0" y="0"/>
                </a:moveTo>
                <a:lnTo>
                  <a:pt x="0" y="520572"/>
                </a:lnTo>
                <a:lnTo>
                  <a:pt x="322326" y="520572"/>
                </a:lnTo>
                <a:lnTo>
                  <a:pt x="322326" y="104127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9523856" y="4826697"/>
            <a:ext cx="325755" cy="516065"/>
          </a:xfrm>
          <a:custGeom>
            <a:avLst/>
            <a:gdLst/>
            <a:ahLst/>
            <a:cxnLst/>
            <a:rect l="l" t="t" r="r" b="b"/>
            <a:pathLst>
              <a:path w="325754" h="1041400">
                <a:moveTo>
                  <a:pt x="325754" y="0"/>
                </a:moveTo>
                <a:lnTo>
                  <a:pt x="325754" y="520572"/>
                </a:lnTo>
                <a:lnTo>
                  <a:pt x="0" y="520572"/>
                </a:lnTo>
                <a:lnTo>
                  <a:pt x="0" y="104127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9318370" y="6677304"/>
            <a:ext cx="547370" cy="273050"/>
          </a:xfrm>
          <a:custGeom>
            <a:avLst/>
            <a:gdLst/>
            <a:ahLst/>
            <a:cxnLst/>
            <a:rect l="l" t="t" r="r" b="b"/>
            <a:pathLst>
              <a:path w="547370" h="273050">
                <a:moveTo>
                  <a:pt x="0" y="272516"/>
                </a:moveTo>
                <a:lnTo>
                  <a:pt x="546773" y="272516"/>
                </a:lnTo>
                <a:lnTo>
                  <a:pt x="546773" y="0"/>
                </a:lnTo>
                <a:lnTo>
                  <a:pt x="0" y="0"/>
                </a:lnTo>
                <a:lnTo>
                  <a:pt x="0" y="27251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9320276" y="6685610"/>
            <a:ext cx="54419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CONDUCTOR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AUTOMIVIL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CAMIONETA</a:t>
            </a:r>
            <a:endParaRPr sz="500">
              <a:latin typeface="Arial"/>
              <a:cs typeface="Aria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9591802" y="4301363"/>
            <a:ext cx="257810" cy="2376170"/>
          </a:xfrm>
          <a:custGeom>
            <a:avLst/>
            <a:gdLst/>
            <a:ahLst/>
            <a:cxnLst/>
            <a:rect l="l" t="t" r="r" b="b"/>
            <a:pathLst>
              <a:path w="257809" h="2376170">
                <a:moveTo>
                  <a:pt x="257809" y="0"/>
                </a:moveTo>
                <a:lnTo>
                  <a:pt x="257809" y="1473707"/>
                </a:lnTo>
                <a:lnTo>
                  <a:pt x="0" y="1473707"/>
                </a:lnTo>
                <a:lnTo>
                  <a:pt x="0" y="237591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410957" y="5342598"/>
            <a:ext cx="654050" cy="267335"/>
          </a:xfrm>
          <a:custGeom>
            <a:avLst/>
            <a:gdLst/>
            <a:ahLst/>
            <a:cxnLst/>
            <a:rect l="l" t="t" r="r" b="b"/>
            <a:pathLst>
              <a:path w="654050" h="267335">
                <a:moveTo>
                  <a:pt x="0" y="266992"/>
                </a:moveTo>
                <a:lnTo>
                  <a:pt x="654024" y="266992"/>
                </a:lnTo>
                <a:lnTo>
                  <a:pt x="654024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410957" y="5342598"/>
            <a:ext cx="654050" cy="267335"/>
          </a:xfrm>
          <a:custGeom>
            <a:avLst/>
            <a:gdLst/>
            <a:ahLst/>
            <a:cxnLst/>
            <a:rect l="l" t="t" r="r" b="b"/>
            <a:pathLst>
              <a:path w="654050" h="267335">
                <a:moveTo>
                  <a:pt x="0" y="266992"/>
                </a:moveTo>
                <a:lnTo>
                  <a:pt x="654024" y="266992"/>
                </a:lnTo>
                <a:lnTo>
                  <a:pt x="654024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7449439" y="5385943"/>
            <a:ext cx="57912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ANALISTA  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R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G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N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IZ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L</a:t>
            </a:r>
          </a:p>
        </p:txBody>
      </p:sp>
      <p:sp>
        <p:nvSpPr>
          <p:cNvPr id="117" name="object 117"/>
          <p:cNvSpPr/>
          <p:nvPr/>
        </p:nvSpPr>
        <p:spPr>
          <a:xfrm>
            <a:off x="7737982" y="4298569"/>
            <a:ext cx="614680" cy="1044575"/>
          </a:xfrm>
          <a:custGeom>
            <a:avLst/>
            <a:gdLst/>
            <a:ahLst/>
            <a:cxnLst/>
            <a:rect l="l" t="t" r="r" b="b"/>
            <a:pathLst>
              <a:path w="614679" h="1044575">
                <a:moveTo>
                  <a:pt x="614680" y="0"/>
                </a:moveTo>
                <a:lnTo>
                  <a:pt x="614680" y="236347"/>
                </a:lnTo>
                <a:lnTo>
                  <a:pt x="0" y="236347"/>
                </a:lnTo>
                <a:lnTo>
                  <a:pt x="0" y="1044066"/>
                </a:lnTo>
              </a:path>
            </a:pathLst>
          </a:custGeom>
          <a:ln w="6349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352663" y="3037205"/>
            <a:ext cx="2994025" cy="1026033"/>
          </a:xfrm>
          <a:custGeom>
            <a:avLst/>
            <a:gdLst/>
            <a:ahLst/>
            <a:cxnLst/>
            <a:rect l="l" t="t" r="r" b="b"/>
            <a:pathLst>
              <a:path w="2994025" h="1009650">
                <a:moveTo>
                  <a:pt x="0" y="1009268"/>
                </a:moveTo>
                <a:lnTo>
                  <a:pt x="0" y="504697"/>
                </a:lnTo>
                <a:lnTo>
                  <a:pt x="2994025" y="504697"/>
                </a:lnTo>
                <a:lnTo>
                  <a:pt x="2994025" y="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664327" y="476562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664327" y="476562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5683758" y="4798314"/>
            <a:ext cx="58674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ESPECIALISTA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EN  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TECNOLOGIAS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5973571" y="4287901"/>
            <a:ext cx="662305" cy="478155"/>
          </a:xfrm>
          <a:custGeom>
            <a:avLst/>
            <a:gdLst/>
            <a:ahLst/>
            <a:cxnLst/>
            <a:rect l="l" t="t" r="r" b="b"/>
            <a:pathLst>
              <a:path w="662304" h="478154">
                <a:moveTo>
                  <a:pt x="661924" y="0"/>
                </a:moveTo>
                <a:lnTo>
                  <a:pt x="661924" y="238887"/>
                </a:lnTo>
                <a:lnTo>
                  <a:pt x="0" y="238887"/>
                </a:lnTo>
                <a:lnTo>
                  <a:pt x="0" y="477646"/>
                </a:lnTo>
              </a:path>
            </a:pathLst>
          </a:custGeom>
          <a:ln w="6349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635495" y="4287901"/>
            <a:ext cx="346075" cy="1054735"/>
          </a:xfrm>
          <a:custGeom>
            <a:avLst/>
            <a:gdLst/>
            <a:ahLst/>
            <a:cxnLst/>
            <a:rect l="l" t="t" r="r" b="b"/>
            <a:pathLst>
              <a:path w="346075" h="1054735">
                <a:moveTo>
                  <a:pt x="0" y="0"/>
                </a:moveTo>
                <a:lnTo>
                  <a:pt x="0" y="241680"/>
                </a:lnTo>
                <a:lnTo>
                  <a:pt x="345694" y="241680"/>
                </a:lnTo>
                <a:lnTo>
                  <a:pt x="345694" y="1054734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388736" y="4049408"/>
            <a:ext cx="712470" cy="238760"/>
          </a:xfrm>
          <a:custGeom>
            <a:avLst/>
            <a:gdLst/>
            <a:ahLst/>
            <a:cxnLst/>
            <a:rect l="l" t="t" r="r" b="b"/>
            <a:pathLst>
              <a:path w="712470" h="238760">
                <a:moveTo>
                  <a:pt x="0" y="238493"/>
                </a:moveTo>
                <a:lnTo>
                  <a:pt x="711974" y="238493"/>
                </a:lnTo>
                <a:lnTo>
                  <a:pt x="711974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/>
          <p:nvPr/>
        </p:nvSpPr>
        <p:spPr>
          <a:xfrm>
            <a:off x="5550153" y="4039870"/>
            <a:ext cx="388620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5715" algn="ctr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CC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Ó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N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TECNICA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0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RC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L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5017515" y="2769756"/>
            <a:ext cx="1061085" cy="283845"/>
          </a:xfrm>
          <a:custGeom>
            <a:avLst/>
            <a:gdLst/>
            <a:ahLst/>
            <a:cxnLst/>
            <a:rect l="l" t="t" r="r" b="b"/>
            <a:pathLst>
              <a:path w="1061085" h="283844">
                <a:moveTo>
                  <a:pt x="0" y="283832"/>
                </a:moveTo>
                <a:lnTo>
                  <a:pt x="1060589" y="283832"/>
                </a:lnTo>
                <a:lnTo>
                  <a:pt x="1060589" y="0"/>
                </a:lnTo>
                <a:lnTo>
                  <a:pt x="0" y="0"/>
                </a:lnTo>
                <a:lnTo>
                  <a:pt x="0" y="283832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5250307" y="2820670"/>
            <a:ext cx="60134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855" marR="5080" indent="-97790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EP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ESI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IA  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COMERCIAL</a:t>
            </a:r>
            <a:endParaRPr sz="50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5547740" y="3053588"/>
            <a:ext cx="1001394" cy="996315"/>
          </a:xfrm>
          <a:custGeom>
            <a:avLst/>
            <a:gdLst/>
            <a:ahLst/>
            <a:cxnLst/>
            <a:rect l="l" t="t" r="r" b="b"/>
            <a:pathLst>
              <a:path w="1001395" h="996314">
                <a:moveTo>
                  <a:pt x="0" y="0"/>
                </a:moveTo>
                <a:lnTo>
                  <a:pt x="0" y="497966"/>
                </a:lnTo>
                <a:lnTo>
                  <a:pt x="1001013" y="497966"/>
                </a:lnTo>
                <a:lnTo>
                  <a:pt x="1001013" y="99580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547740" y="3053588"/>
            <a:ext cx="197485" cy="996315"/>
          </a:xfrm>
          <a:custGeom>
            <a:avLst/>
            <a:gdLst/>
            <a:ahLst/>
            <a:cxnLst/>
            <a:rect l="l" t="t" r="r" b="b"/>
            <a:pathLst>
              <a:path w="197485" h="996314">
                <a:moveTo>
                  <a:pt x="0" y="0"/>
                </a:moveTo>
                <a:lnTo>
                  <a:pt x="0" y="497966"/>
                </a:lnTo>
                <a:lnTo>
                  <a:pt x="196976" y="497966"/>
                </a:lnTo>
                <a:lnTo>
                  <a:pt x="196976" y="99580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684395" y="4049408"/>
            <a:ext cx="485775" cy="238760"/>
          </a:xfrm>
          <a:custGeom>
            <a:avLst/>
            <a:gdLst/>
            <a:ahLst/>
            <a:cxnLst/>
            <a:rect l="l" t="t" r="r" b="b"/>
            <a:pathLst>
              <a:path w="485775" h="238760">
                <a:moveTo>
                  <a:pt x="0" y="238493"/>
                </a:moveTo>
                <a:lnTo>
                  <a:pt x="485368" y="238493"/>
                </a:lnTo>
                <a:lnTo>
                  <a:pt x="485368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4684395" y="4049408"/>
            <a:ext cx="485775" cy="238760"/>
          </a:xfrm>
          <a:custGeom>
            <a:avLst/>
            <a:gdLst/>
            <a:ahLst/>
            <a:cxnLst/>
            <a:rect l="l" t="t" r="r" b="b"/>
            <a:pathLst>
              <a:path w="485775" h="238760">
                <a:moveTo>
                  <a:pt x="0" y="238493"/>
                </a:moveTo>
                <a:lnTo>
                  <a:pt x="485368" y="238493"/>
                </a:lnTo>
                <a:lnTo>
                  <a:pt x="485368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4726940" y="4077970"/>
            <a:ext cx="39941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DIRECCIÓN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  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M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RC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L</a:t>
            </a:r>
          </a:p>
        </p:txBody>
      </p:sp>
      <p:sp>
        <p:nvSpPr>
          <p:cNvPr id="133" name="object 133"/>
          <p:cNvSpPr/>
          <p:nvPr/>
        </p:nvSpPr>
        <p:spPr>
          <a:xfrm>
            <a:off x="4927091" y="3053588"/>
            <a:ext cx="621030" cy="996315"/>
          </a:xfrm>
          <a:custGeom>
            <a:avLst/>
            <a:gdLst/>
            <a:ahLst/>
            <a:cxnLst/>
            <a:rect l="l" t="t" r="r" b="b"/>
            <a:pathLst>
              <a:path w="621029" h="996314">
                <a:moveTo>
                  <a:pt x="620649" y="0"/>
                </a:moveTo>
                <a:lnTo>
                  <a:pt x="620649" y="497966"/>
                </a:lnTo>
                <a:lnTo>
                  <a:pt x="0" y="497966"/>
                </a:lnTo>
                <a:lnTo>
                  <a:pt x="0" y="99580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973954" y="476562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973954" y="476562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5020436" y="4798314"/>
            <a:ext cx="52514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EVALUADOR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DE  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PROYECTOS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4261865" y="477451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261865" y="477451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 txBox="1"/>
          <p:nvPr/>
        </p:nvSpPr>
        <p:spPr>
          <a:xfrm>
            <a:off x="4256659" y="4807077"/>
            <a:ext cx="63182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COORDINACIÓN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DE  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PROPUESTAS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4262120" y="5342598"/>
            <a:ext cx="618490" cy="267335"/>
          </a:xfrm>
          <a:custGeom>
            <a:avLst/>
            <a:gdLst/>
            <a:ahLst/>
            <a:cxnLst/>
            <a:rect l="l" t="t" r="r" b="b"/>
            <a:pathLst>
              <a:path w="618489" h="267335">
                <a:moveTo>
                  <a:pt x="0" y="266992"/>
                </a:moveTo>
                <a:lnTo>
                  <a:pt x="618439" y="266992"/>
                </a:lnTo>
                <a:lnTo>
                  <a:pt x="618439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/>
          <p:nvPr/>
        </p:nvSpPr>
        <p:spPr>
          <a:xfrm>
            <a:off x="4345304" y="5385943"/>
            <a:ext cx="45275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15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ANALISTA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P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P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U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TA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4571110" y="4287901"/>
            <a:ext cx="356235" cy="487045"/>
          </a:xfrm>
          <a:custGeom>
            <a:avLst/>
            <a:gdLst/>
            <a:ahLst/>
            <a:cxnLst/>
            <a:rect l="l" t="t" r="r" b="b"/>
            <a:pathLst>
              <a:path w="356235" h="487045">
                <a:moveTo>
                  <a:pt x="355980" y="0"/>
                </a:moveTo>
                <a:lnTo>
                  <a:pt x="355980" y="243331"/>
                </a:lnTo>
                <a:lnTo>
                  <a:pt x="0" y="243331"/>
                </a:lnTo>
                <a:lnTo>
                  <a:pt x="0" y="486537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927091" y="4287901"/>
            <a:ext cx="356235" cy="478155"/>
          </a:xfrm>
          <a:custGeom>
            <a:avLst/>
            <a:gdLst/>
            <a:ahLst/>
            <a:cxnLst/>
            <a:rect l="l" t="t" r="r" b="b"/>
            <a:pathLst>
              <a:path w="356235" h="478154">
                <a:moveTo>
                  <a:pt x="0" y="0"/>
                </a:moveTo>
                <a:lnTo>
                  <a:pt x="0" y="238887"/>
                </a:lnTo>
                <a:lnTo>
                  <a:pt x="355981" y="238887"/>
                </a:lnTo>
                <a:lnTo>
                  <a:pt x="355981" y="47764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4571110" y="5020310"/>
            <a:ext cx="635" cy="322580"/>
          </a:xfrm>
          <a:custGeom>
            <a:avLst/>
            <a:gdLst/>
            <a:ahLst/>
            <a:cxnLst/>
            <a:rect l="l" t="t" r="r" b="b"/>
            <a:pathLst>
              <a:path w="635" h="322579">
                <a:moveTo>
                  <a:pt x="0" y="0"/>
                </a:moveTo>
                <a:lnTo>
                  <a:pt x="253" y="322325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547740" y="2107184"/>
            <a:ext cx="1861185" cy="662940"/>
          </a:xfrm>
          <a:custGeom>
            <a:avLst/>
            <a:gdLst/>
            <a:ahLst/>
            <a:cxnLst/>
            <a:rect l="l" t="t" r="r" b="b"/>
            <a:pathLst>
              <a:path w="1861184" h="662939">
                <a:moveTo>
                  <a:pt x="0" y="662559"/>
                </a:moveTo>
                <a:lnTo>
                  <a:pt x="0" y="512318"/>
                </a:lnTo>
                <a:lnTo>
                  <a:pt x="1860804" y="512318"/>
                </a:lnTo>
                <a:lnTo>
                  <a:pt x="1860804" y="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260092" y="2769819"/>
            <a:ext cx="1061085" cy="300990"/>
          </a:xfrm>
          <a:custGeom>
            <a:avLst/>
            <a:gdLst/>
            <a:ahLst/>
            <a:cxnLst/>
            <a:rect l="l" t="t" r="r" b="b"/>
            <a:pathLst>
              <a:path w="1061085" h="300989">
                <a:moveTo>
                  <a:pt x="0" y="300913"/>
                </a:moveTo>
                <a:lnTo>
                  <a:pt x="1060589" y="300913"/>
                </a:lnTo>
                <a:lnTo>
                  <a:pt x="1060589" y="0"/>
                </a:lnTo>
                <a:lnTo>
                  <a:pt x="0" y="0"/>
                </a:lnTo>
                <a:lnTo>
                  <a:pt x="0" y="300913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/>
          <p:nvPr/>
        </p:nvSpPr>
        <p:spPr>
          <a:xfrm>
            <a:off x="2492120" y="2829306"/>
            <a:ext cx="60134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EP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ESI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</a:rPr>
              <a:t>IA 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</a:rPr>
              <a:t>EJECUTIVA</a:t>
            </a:r>
            <a:endParaRPr sz="500">
              <a:latin typeface="Arial"/>
              <a:cs typeface="Arial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3832986" y="3439045"/>
            <a:ext cx="631825" cy="238760"/>
          </a:xfrm>
          <a:custGeom>
            <a:avLst/>
            <a:gdLst/>
            <a:ahLst/>
            <a:cxnLst/>
            <a:rect l="l" t="t" r="r" b="b"/>
            <a:pathLst>
              <a:path w="631825" h="238760">
                <a:moveTo>
                  <a:pt x="0" y="238493"/>
                </a:moveTo>
                <a:lnTo>
                  <a:pt x="631571" y="238493"/>
                </a:lnTo>
                <a:lnTo>
                  <a:pt x="631571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 txBox="1"/>
          <p:nvPr/>
        </p:nvSpPr>
        <p:spPr>
          <a:xfrm>
            <a:off x="3884421" y="3429381"/>
            <a:ext cx="53530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985"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GERENTE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NACIONAL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U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CC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Ó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endParaRPr sz="500">
              <a:latin typeface="Arial"/>
              <a:cs typeface="Arial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2790317" y="3070733"/>
            <a:ext cx="1358900" cy="368300"/>
          </a:xfrm>
          <a:custGeom>
            <a:avLst/>
            <a:gdLst/>
            <a:ahLst/>
            <a:cxnLst/>
            <a:rect l="l" t="t" r="r" b="b"/>
            <a:pathLst>
              <a:path w="1358900" h="368300">
                <a:moveTo>
                  <a:pt x="0" y="0"/>
                </a:moveTo>
                <a:lnTo>
                  <a:pt x="0" y="184150"/>
                </a:lnTo>
                <a:lnTo>
                  <a:pt x="1358519" y="184150"/>
                </a:lnTo>
                <a:lnTo>
                  <a:pt x="1358519" y="36830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2997835" y="3432314"/>
            <a:ext cx="712470" cy="238760"/>
          </a:xfrm>
          <a:custGeom>
            <a:avLst/>
            <a:gdLst/>
            <a:ahLst/>
            <a:cxnLst/>
            <a:rect l="l" t="t" r="r" b="b"/>
            <a:pathLst>
              <a:path w="712470" h="238760">
                <a:moveTo>
                  <a:pt x="0" y="238493"/>
                </a:moveTo>
                <a:lnTo>
                  <a:pt x="711974" y="238493"/>
                </a:lnTo>
                <a:lnTo>
                  <a:pt x="711974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2997835" y="3432314"/>
            <a:ext cx="712470" cy="238760"/>
          </a:xfrm>
          <a:custGeom>
            <a:avLst/>
            <a:gdLst/>
            <a:ahLst/>
            <a:cxnLst/>
            <a:rect l="l" t="t" r="r" b="b"/>
            <a:pathLst>
              <a:path w="712470" h="238760">
                <a:moveTo>
                  <a:pt x="0" y="238493"/>
                </a:moveTo>
                <a:lnTo>
                  <a:pt x="711974" y="238493"/>
                </a:lnTo>
                <a:lnTo>
                  <a:pt x="711974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3036823" y="3460750"/>
            <a:ext cx="63309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GERENTE TECNICO 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 COSTOS</a:t>
            </a:r>
            <a:endParaRPr sz="500">
              <a:latin typeface="Arial"/>
              <a:cs typeface="Arial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5780023" y="3193809"/>
            <a:ext cx="555625" cy="238760"/>
          </a:xfrm>
          <a:custGeom>
            <a:avLst/>
            <a:gdLst/>
            <a:ahLst/>
            <a:cxnLst/>
            <a:rect l="l" t="t" r="r" b="b"/>
            <a:pathLst>
              <a:path w="555625" h="238760">
                <a:moveTo>
                  <a:pt x="0" y="238493"/>
                </a:moveTo>
                <a:lnTo>
                  <a:pt x="555548" y="238493"/>
                </a:lnTo>
                <a:lnTo>
                  <a:pt x="555548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 txBox="1"/>
          <p:nvPr/>
        </p:nvSpPr>
        <p:spPr>
          <a:xfrm>
            <a:off x="5847334" y="3260217"/>
            <a:ext cx="42799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TA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IA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56" name="object 156"/>
          <p:cNvSpPr/>
          <p:nvPr/>
        </p:nvSpPr>
        <p:spPr>
          <a:xfrm>
            <a:off x="5547740" y="3053588"/>
            <a:ext cx="232410" cy="259715"/>
          </a:xfrm>
          <a:custGeom>
            <a:avLst/>
            <a:gdLst/>
            <a:ahLst/>
            <a:cxnLst/>
            <a:rect l="l" t="t" r="r" b="b"/>
            <a:pathLst>
              <a:path w="232410" h="259714">
                <a:moveTo>
                  <a:pt x="0" y="0"/>
                </a:moveTo>
                <a:lnTo>
                  <a:pt x="0" y="259460"/>
                </a:lnTo>
                <a:lnTo>
                  <a:pt x="232283" y="25946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1556238" y="3193809"/>
            <a:ext cx="529590" cy="238760"/>
          </a:xfrm>
          <a:custGeom>
            <a:avLst/>
            <a:gdLst/>
            <a:ahLst/>
            <a:cxnLst/>
            <a:rect l="l" t="t" r="r" b="b"/>
            <a:pathLst>
              <a:path w="529590" h="238760">
                <a:moveTo>
                  <a:pt x="0" y="238493"/>
                </a:moveTo>
                <a:lnTo>
                  <a:pt x="529285" y="238493"/>
                </a:lnTo>
                <a:lnTo>
                  <a:pt x="529285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11610213" y="3260217"/>
            <a:ext cx="42799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SE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TA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IA</a:t>
            </a:r>
            <a:endParaRPr sz="500">
              <a:latin typeface="Arial"/>
              <a:cs typeface="Arial"/>
            </a:endParaRPr>
          </a:p>
        </p:txBody>
      </p:sp>
      <p:sp>
        <p:nvSpPr>
          <p:cNvPr id="159" name="object 159"/>
          <p:cNvSpPr/>
          <p:nvPr/>
        </p:nvSpPr>
        <p:spPr>
          <a:xfrm>
            <a:off x="11346688" y="3053588"/>
            <a:ext cx="209550" cy="259715"/>
          </a:xfrm>
          <a:custGeom>
            <a:avLst/>
            <a:gdLst/>
            <a:ahLst/>
            <a:cxnLst/>
            <a:rect l="l" t="t" r="r" b="b"/>
            <a:pathLst>
              <a:path w="209550" h="259714">
                <a:moveTo>
                  <a:pt x="0" y="0"/>
                </a:moveTo>
                <a:lnTo>
                  <a:pt x="0" y="259460"/>
                </a:lnTo>
                <a:lnTo>
                  <a:pt x="209550" y="25946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0495660" y="3193809"/>
            <a:ext cx="641985" cy="238760"/>
          </a:xfrm>
          <a:custGeom>
            <a:avLst/>
            <a:gdLst/>
            <a:ahLst/>
            <a:cxnLst/>
            <a:rect l="l" t="t" r="r" b="b"/>
            <a:pathLst>
              <a:path w="641984" h="238760">
                <a:moveTo>
                  <a:pt x="0" y="238493"/>
                </a:moveTo>
                <a:lnTo>
                  <a:pt x="641375" y="238493"/>
                </a:lnTo>
                <a:lnTo>
                  <a:pt x="641375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0495660" y="3193809"/>
            <a:ext cx="641985" cy="238760"/>
          </a:xfrm>
          <a:custGeom>
            <a:avLst/>
            <a:gdLst/>
            <a:ahLst/>
            <a:cxnLst/>
            <a:rect l="l" t="t" r="r" b="b"/>
            <a:pathLst>
              <a:path w="641984" h="238760">
                <a:moveTo>
                  <a:pt x="0" y="238493"/>
                </a:moveTo>
                <a:lnTo>
                  <a:pt x="641375" y="238493"/>
                </a:lnTo>
                <a:lnTo>
                  <a:pt x="641375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 txBox="1"/>
          <p:nvPr/>
        </p:nvSpPr>
        <p:spPr>
          <a:xfrm>
            <a:off x="10558018" y="3184017"/>
            <a:ext cx="52260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ANALISTA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FINANCIERO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PRESIDENCIA</a:t>
            </a:r>
            <a:endParaRPr sz="500">
              <a:latin typeface="Arial"/>
              <a:cs typeface="Arial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11137138" y="3053588"/>
            <a:ext cx="209550" cy="259715"/>
          </a:xfrm>
          <a:custGeom>
            <a:avLst/>
            <a:gdLst/>
            <a:ahLst/>
            <a:cxnLst/>
            <a:rect l="l" t="t" r="r" b="b"/>
            <a:pathLst>
              <a:path w="209550" h="259714">
                <a:moveTo>
                  <a:pt x="209550" y="0"/>
                </a:moveTo>
                <a:lnTo>
                  <a:pt x="209550" y="259460"/>
                </a:lnTo>
                <a:lnTo>
                  <a:pt x="0" y="25946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790317" y="3070733"/>
            <a:ext cx="563880" cy="361950"/>
          </a:xfrm>
          <a:custGeom>
            <a:avLst/>
            <a:gdLst/>
            <a:ahLst/>
            <a:cxnLst/>
            <a:rect l="l" t="t" r="r" b="b"/>
            <a:pathLst>
              <a:path w="563879" h="361950">
                <a:moveTo>
                  <a:pt x="0" y="0"/>
                </a:moveTo>
                <a:lnTo>
                  <a:pt x="0" y="180721"/>
                </a:lnTo>
                <a:lnTo>
                  <a:pt x="563498" y="180721"/>
                </a:lnTo>
                <a:lnTo>
                  <a:pt x="563498" y="361569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3573145" y="4049408"/>
            <a:ext cx="485775" cy="238760"/>
          </a:xfrm>
          <a:custGeom>
            <a:avLst/>
            <a:gdLst/>
            <a:ahLst/>
            <a:cxnLst/>
            <a:rect l="l" t="t" r="r" b="b"/>
            <a:pathLst>
              <a:path w="485775" h="238760">
                <a:moveTo>
                  <a:pt x="0" y="238493"/>
                </a:moveTo>
                <a:lnTo>
                  <a:pt x="485368" y="238493"/>
                </a:lnTo>
                <a:lnTo>
                  <a:pt x="485368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3573145" y="4049408"/>
            <a:ext cx="485775" cy="238760"/>
          </a:xfrm>
          <a:custGeom>
            <a:avLst/>
            <a:gdLst/>
            <a:ahLst/>
            <a:cxnLst/>
            <a:rect l="l" t="t" r="r" b="b"/>
            <a:pathLst>
              <a:path w="485775" h="238760">
                <a:moveTo>
                  <a:pt x="0" y="238493"/>
                </a:moveTo>
                <a:lnTo>
                  <a:pt x="485368" y="238493"/>
                </a:lnTo>
                <a:lnTo>
                  <a:pt x="485368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 txBox="1"/>
          <p:nvPr/>
        </p:nvSpPr>
        <p:spPr>
          <a:xfrm>
            <a:off x="3639692" y="4077970"/>
            <a:ext cx="35560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" marR="5080" indent="-24765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R  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TECNICO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3353815" y="3670808"/>
            <a:ext cx="462280" cy="379095"/>
          </a:xfrm>
          <a:custGeom>
            <a:avLst/>
            <a:gdLst/>
            <a:ahLst/>
            <a:cxnLst/>
            <a:rect l="l" t="t" r="r" b="b"/>
            <a:pathLst>
              <a:path w="462279" h="379095">
                <a:moveTo>
                  <a:pt x="0" y="0"/>
                </a:moveTo>
                <a:lnTo>
                  <a:pt x="0" y="189230"/>
                </a:lnTo>
                <a:lnTo>
                  <a:pt x="462025" y="189230"/>
                </a:lnTo>
                <a:lnTo>
                  <a:pt x="462025" y="378587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3506596" y="477451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3506596" y="4774514"/>
            <a:ext cx="618490" cy="246379"/>
          </a:xfrm>
          <a:custGeom>
            <a:avLst/>
            <a:gdLst/>
            <a:ahLst/>
            <a:cxnLst/>
            <a:rect l="l" t="t" r="r" b="b"/>
            <a:pathLst>
              <a:path w="618489" h="246379">
                <a:moveTo>
                  <a:pt x="0" y="245795"/>
                </a:moveTo>
                <a:lnTo>
                  <a:pt x="618439" y="245795"/>
                </a:lnTo>
                <a:lnTo>
                  <a:pt x="618439" y="0"/>
                </a:lnTo>
                <a:lnTo>
                  <a:pt x="0" y="0"/>
                </a:lnTo>
                <a:lnTo>
                  <a:pt x="0" y="245795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3525392" y="4807077"/>
            <a:ext cx="58674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ESPECIALISTA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EN  </a:t>
            </a: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PAVIMENTOS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3815841" y="4287901"/>
            <a:ext cx="0" cy="487045"/>
          </a:xfrm>
          <a:custGeom>
            <a:avLst/>
            <a:gdLst/>
            <a:ahLst/>
            <a:cxnLst/>
            <a:rect l="l" t="t" r="r" b="b"/>
            <a:pathLst>
              <a:path h="487045">
                <a:moveTo>
                  <a:pt x="0" y="0"/>
                </a:moveTo>
                <a:lnTo>
                  <a:pt x="0" y="486537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3141852" y="5342598"/>
            <a:ext cx="618490" cy="267335"/>
          </a:xfrm>
          <a:custGeom>
            <a:avLst/>
            <a:gdLst/>
            <a:ahLst/>
            <a:cxnLst/>
            <a:rect l="l" t="t" r="r" b="b"/>
            <a:pathLst>
              <a:path w="618489" h="267335">
                <a:moveTo>
                  <a:pt x="0" y="266992"/>
                </a:moveTo>
                <a:lnTo>
                  <a:pt x="618439" y="266992"/>
                </a:lnTo>
                <a:lnTo>
                  <a:pt x="618439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3141852" y="5342598"/>
            <a:ext cx="618490" cy="267335"/>
          </a:xfrm>
          <a:custGeom>
            <a:avLst/>
            <a:gdLst/>
            <a:ahLst/>
            <a:cxnLst/>
            <a:rect l="l" t="t" r="r" b="b"/>
            <a:pathLst>
              <a:path w="618489" h="267335">
                <a:moveTo>
                  <a:pt x="0" y="266992"/>
                </a:moveTo>
                <a:lnTo>
                  <a:pt x="618439" y="266992"/>
                </a:lnTo>
                <a:lnTo>
                  <a:pt x="618439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3139185" y="5347843"/>
            <a:ext cx="62420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ANALISTA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DE  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M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P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Ñ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</a:t>
            </a: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M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sz="500" spc="20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N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TO  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TECNICO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3353815" y="3670808"/>
            <a:ext cx="97790" cy="1671955"/>
          </a:xfrm>
          <a:custGeom>
            <a:avLst/>
            <a:gdLst/>
            <a:ahLst/>
            <a:cxnLst/>
            <a:rect l="l" t="t" r="r" b="b"/>
            <a:pathLst>
              <a:path w="97789" h="1671954">
                <a:moveTo>
                  <a:pt x="0" y="0"/>
                </a:moveTo>
                <a:lnTo>
                  <a:pt x="0" y="835913"/>
                </a:lnTo>
                <a:lnTo>
                  <a:pt x="97282" y="835913"/>
                </a:lnTo>
                <a:lnTo>
                  <a:pt x="97282" y="1671827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2379345" y="5342598"/>
            <a:ext cx="618490" cy="267335"/>
          </a:xfrm>
          <a:custGeom>
            <a:avLst/>
            <a:gdLst/>
            <a:ahLst/>
            <a:cxnLst/>
            <a:rect l="l" t="t" r="r" b="b"/>
            <a:pathLst>
              <a:path w="618489" h="267335">
                <a:moveTo>
                  <a:pt x="0" y="266992"/>
                </a:moveTo>
                <a:lnTo>
                  <a:pt x="618439" y="266992"/>
                </a:lnTo>
                <a:lnTo>
                  <a:pt x="618439" y="0"/>
                </a:lnTo>
                <a:lnTo>
                  <a:pt x="0" y="0"/>
                </a:lnTo>
                <a:lnTo>
                  <a:pt x="0" y="266992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 txBox="1"/>
          <p:nvPr/>
        </p:nvSpPr>
        <p:spPr>
          <a:xfrm>
            <a:off x="2419350" y="5385943"/>
            <a:ext cx="541020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8260">
              <a:lnSpc>
                <a:spcPct val="100000"/>
              </a:lnSpc>
              <a:spcBef>
                <a:spcPts val="105"/>
              </a:spcBef>
            </a:pP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ANALISTA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S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U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B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AT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2800857" y="5960262"/>
            <a:ext cx="540385" cy="273050"/>
          </a:xfrm>
          <a:custGeom>
            <a:avLst/>
            <a:gdLst/>
            <a:ahLst/>
            <a:cxnLst/>
            <a:rect l="l" t="t" r="r" b="b"/>
            <a:pathLst>
              <a:path w="540385" h="273050">
                <a:moveTo>
                  <a:pt x="0" y="272516"/>
                </a:moveTo>
                <a:lnTo>
                  <a:pt x="540207" y="272516"/>
                </a:lnTo>
                <a:lnTo>
                  <a:pt x="540207" y="0"/>
                </a:lnTo>
                <a:lnTo>
                  <a:pt x="0" y="0"/>
                </a:lnTo>
                <a:lnTo>
                  <a:pt x="0" y="272516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2800857" y="5960262"/>
            <a:ext cx="540385" cy="273050"/>
          </a:xfrm>
          <a:custGeom>
            <a:avLst/>
            <a:gdLst/>
            <a:ahLst/>
            <a:cxnLst/>
            <a:rect l="l" t="t" r="r" b="b"/>
            <a:pathLst>
              <a:path w="540385" h="273050">
                <a:moveTo>
                  <a:pt x="0" y="272516"/>
                </a:moveTo>
                <a:lnTo>
                  <a:pt x="540207" y="272516"/>
                </a:lnTo>
                <a:lnTo>
                  <a:pt x="540207" y="0"/>
                </a:lnTo>
                <a:lnTo>
                  <a:pt x="0" y="0"/>
                </a:lnTo>
                <a:lnTo>
                  <a:pt x="0" y="27251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 txBox="1"/>
          <p:nvPr/>
        </p:nvSpPr>
        <p:spPr>
          <a:xfrm>
            <a:off x="2801239" y="6006465"/>
            <a:ext cx="54102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AUXILIAR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DE  S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U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B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N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R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AT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182" name="object 182"/>
          <p:cNvSpPr/>
          <p:nvPr/>
        </p:nvSpPr>
        <p:spPr>
          <a:xfrm>
            <a:off x="1989708" y="4774527"/>
            <a:ext cx="618490" cy="221615"/>
          </a:xfrm>
          <a:custGeom>
            <a:avLst/>
            <a:gdLst/>
            <a:ahLst/>
            <a:cxnLst/>
            <a:rect l="l" t="t" r="r" b="b"/>
            <a:pathLst>
              <a:path w="618489" h="221614">
                <a:moveTo>
                  <a:pt x="0" y="221526"/>
                </a:moveTo>
                <a:lnTo>
                  <a:pt x="618439" y="221526"/>
                </a:lnTo>
                <a:lnTo>
                  <a:pt x="618439" y="0"/>
                </a:lnTo>
                <a:lnTo>
                  <a:pt x="0" y="0"/>
                </a:lnTo>
                <a:lnTo>
                  <a:pt x="0" y="22152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 txBox="1"/>
          <p:nvPr/>
        </p:nvSpPr>
        <p:spPr>
          <a:xfrm>
            <a:off x="2017522" y="4756785"/>
            <a:ext cx="565150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CORDINADOR</a:t>
            </a:r>
            <a:r>
              <a:rPr sz="500" spc="-2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PROYECTOS  C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U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500" spc="-25" dirty="0">
                <a:solidFill>
                  <a:srgbClr val="4F81BC"/>
                </a:solidFill>
                <a:latin typeface="Arial"/>
                <a:cs typeface="Arial"/>
              </a:rPr>
              <a:t>V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84" name="object 184"/>
          <p:cNvSpPr/>
          <p:nvPr/>
        </p:nvSpPr>
        <p:spPr>
          <a:xfrm>
            <a:off x="3070986" y="3670808"/>
            <a:ext cx="283210" cy="2289810"/>
          </a:xfrm>
          <a:custGeom>
            <a:avLst/>
            <a:gdLst/>
            <a:ahLst/>
            <a:cxnLst/>
            <a:rect l="l" t="t" r="r" b="b"/>
            <a:pathLst>
              <a:path w="283210" h="2289810">
                <a:moveTo>
                  <a:pt x="282828" y="0"/>
                </a:moveTo>
                <a:lnTo>
                  <a:pt x="282828" y="839851"/>
                </a:lnTo>
                <a:lnTo>
                  <a:pt x="0" y="839851"/>
                </a:lnTo>
                <a:lnTo>
                  <a:pt x="0" y="2289429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2064385" y="4049408"/>
            <a:ext cx="988060" cy="238760"/>
          </a:xfrm>
          <a:custGeom>
            <a:avLst/>
            <a:gdLst/>
            <a:ahLst/>
            <a:cxnLst/>
            <a:rect l="l" t="t" r="r" b="b"/>
            <a:pathLst>
              <a:path w="988060" h="238760">
                <a:moveTo>
                  <a:pt x="0" y="238493"/>
                </a:moveTo>
                <a:lnTo>
                  <a:pt x="987475" y="238493"/>
                </a:lnTo>
                <a:lnTo>
                  <a:pt x="987475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064385" y="4049408"/>
            <a:ext cx="988060" cy="238760"/>
          </a:xfrm>
          <a:custGeom>
            <a:avLst/>
            <a:gdLst/>
            <a:ahLst/>
            <a:cxnLst/>
            <a:rect l="l" t="t" r="r" b="b"/>
            <a:pathLst>
              <a:path w="988060" h="238760">
                <a:moveTo>
                  <a:pt x="0" y="238493"/>
                </a:moveTo>
                <a:lnTo>
                  <a:pt x="987475" y="238493"/>
                </a:lnTo>
                <a:lnTo>
                  <a:pt x="987475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 txBox="1"/>
          <p:nvPr/>
        </p:nvSpPr>
        <p:spPr>
          <a:xfrm>
            <a:off x="2130932" y="4077970"/>
            <a:ext cx="854710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DIRECTOR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PLANEACION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CONTROL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500" spc="-3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PROYECTOS</a:t>
            </a:r>
            <a:endParaRPr sz="500">
              <a:latin typeface="Arial"/>
              <a:cs typeface="Arial"/>
            </a:endParaRPr>
          </a:p>
        </p:txBody>
      </p:sp>
      <p:sp>
        <p:nvSpPr>
          <p:cNvPr id="188" name="object 188"/>
          <p:cNvSpPr/>
          <p:nvPr/>
        </p:nvSpPr>
        <p:spPr>
          <a:xfrm>
            <a:off x="2558160" y="3670808"/>
            <a:ext cx="795655" cy="379095"/>
          </a:xfrm>
          <a:custGeom>
            <a:avLst/>
            <a:gdLst/>
            <a:ahLst/>
            <a:cxnLst/>
            <a:rect l="l" t="t" r="r" b="b"/>
            <a:pathLst>
              <a:path w="795654" h="379095">
                <a:moveTo>
                  <a:pt x="795654" y="0"/>
                </a:moveTo>
                <a:lnTo>
                  <a:pt x="795654" y="189230"/>
                </a:lnTo>
                <a:lnTo>
                  <a:pt x="0" y="189230"/>
                </a:lnTo>
                <a:lnTo>
                  <a:pt x="0" y="378587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2298954" y="3670808"/>
            <a:ext cx="1055370" cy="1103630"/>
          </a:xfrm>
          <a:custGeom>
            <a:avLst/>
            <a:gdLst/>
            <a:ahLst/>
            <a:cxnLst/>
            <a:rect l="l" t="t" r="r" b="b"/>
            <a:pathLst>
              <a:path w="1055370" h="1103629">
                <a:moveTo>
                  <a:pt x="1054861" y="0"/>
                </a:moveTo>
                <a:lnTo>
                  <a:pt x="1054861" y="837564"/>
                </a:lnTo>
                <a:lnTo>
                  <a:pt x="0" y="837564"/>
                </a:lnTo>
                <a:lnTo>
                  <a:pt x="0" y="110363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2688589" y="3670808"/>
            <a:ext cx="665480" cy="1671955"/>
          </a:xfrm>
          <a:custGeom>
            <a:avLst/>
            <a:gdLst/>
            <a:ahLst/>
            <a:cxnLst/>
            <a:rect l="l" t="t" r="r" b="b"/>
            <a:pathLst>
              <a:path w="665479" h="1671954">
                <a:moveTo>
                  <a:pt x="665226" y="0"/>
                </a:moveTo>
                <a:lnTo>
                  <a:pt x="665226" y="835913"/>
                </a:lnTo>
                <a:lnTo>
                  <a:pt x="0" y="835913"/>
                </a:lnTo>
                <a:lnTo>
                  <a:pt x="0" y="1671827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073594" y="4049408"/>
            <a:ext cx="576580" cy="238760"/>
          </a:xfrm>
          <a:custGeom>
            <a:avLst/>
            <a:gdLst/>
            <a:ahLst/>
            <a:cxnLst/>
            <a:rect l="l" t="t" r="r" b="b"/>
            <a:pathLst>
              <a:path w="576580" h="238760">
                <a:moveTo>
                  <a:pt x="0" y="238493"/>
                </a:moveTo>
                <a:lnTo>
                  <a:pt x="576059" y="238493"/>
                </a:lnTo>
                <a:lnTo>
                  <a:pt x="576059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 txBox="1"/>
          <p:nvPr/>
        </p:nvSpPr>
        <p:spPr>
          <a:xfrm>
            <a:off x="1115669" y="4039870"/>
            <a:ext cx="488950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DIRECTOR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MAQUINARIA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EQUIPO</a:t>
            </a:r>
            <a:endParaRPr sz="500">
              <a:latin typeface="Arial"/>
              <a:cs typeface="Arial"/>
            </a:endParaRPr>
          </a:p>
        </p:txBody>
      </p:sp>
      <p:sp>
        <p:nvSpPr>
          <p:cNvPr id="194" name="object 194"/>
          <p:cNvSpPr/>
          <p:nvPr/>
        </p:nvSpPr>
        <p:spPr>
          <a:xfrm>
            <a:off x="1505585" y="4437596"/>
            <a:ext cx="511175" cy="221615"/>
          </a:xfrm>
          <a:custGeom>
            <a:avLst/>
            <a:gdLst/>
            <a:ahLst/>
            <a:cxnLst/>
            <a:rect l="l" t="t" r="r" b="b"/>
            <a:pathLst>
              <a:path w="511175" h="221614">
                <a:moveTo>
                  <a:pt x="0" y="221526"/>
                </a:moveTo>
                <a:lnTo>
                  <a:pt x="510679" y="221526"/>
                </a:lnTo>
                <a:lnTo>
                  <a:pt x="510679" y="0"/>
                </a:lnTo>
                <a:lnTo>
                  <a:pt x="0" y="0"/>
                </a:lnTo>
                <a:lnTo>
                  <a:pt x="0" y="22152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 txBox="1"/>
          <p:nvPr/>
        </p:nvSpPr>
        <p:spPr>
          <a:xfrm>
            <a:off x="1518030" y="4457827"/>
            <a:ext cx="483234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S</a:t>
            </a:r>
            <a:r>
              <a:rPr sz="500" spc="-30" dirty="0">
                <a:solidFill>
                  <a:schemeClr val="accent1"/>
                </a:solidFill>
                <a:latin typeface="Arial"/>
                <a:cs typeface="Arial"/>
              </a:rPr>
              <a:t>U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B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D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R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sz="500" spc="-25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R</a:t>
            </a:r>
            <a:endParaRPr sz="500">
              <a:solidFill>
                <a:schemeClr val="accent1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DE</a:t>
            </a: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chemeClr val="accent1"/>
                </a:solidFill>
                <a:latin typeface="Arial"/>
                <a:cs typeface="Arial"/>
              </a:rPr>
              <a:t>M&amp;E</a:t>
            </a:r>
            <a:endParaRPr sz="50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196" name="object 196"/>
          <p:cNvSpPr/>
          <p:nvPr/>
        </p:nvSpPr>
        <p:spPr>
          <a:xfrm>
            <a:off x="1361566" y="4287901"/>
            <a:ext cx="144145" cy="260985"/>
          </a:xfrm>
          <a:custGeom>
            <a:avLst/>
            <a:gdLst/>
            <a:ahLst/>
            <a:cxnLst/>
            <a:rect l="l" t="t" r="r" b="b"/>
            <a:pathLst>
              <a:path w="144144" h="260985">
                <a:moveTo>
                  <a:pt x="0" y="0"/>
                </a:moveTo>
                <a:lnTo>
                  <a:pt x="0" y="260476"/>
                </a:lnTo>
                <a:lnTo>
                  <a:pt x="144018" y="26047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054544" y="4782528"/>
            <a:ext cx="618490" cy="221615"/>
          </a:xfrm>
          <a:custGeom>
            <a:avLst/>
            <a:gdLst/>
            <a:ahLst/>
            <a:cxnLst/>
            <a:rect l="l" t="t" r="r" b="b"/>
            <a:pathLst>
              <a:path w="618489" h="221614">
                <a:moveTo>
                  <a:pt x="0" y="221526"/>
                </a:moveTo>
                <a:lnTo>
                  <a:pt x="618439" y="221526"/>
                </a:lnTo>
                <a:lnTo>
                  <a:pt x="618439" y="0"/>
                </a:lnTo>
                <a:lnTo>
                  <a:pt x="0" y="0"/>
                </a:lnTo>
                <a:lnTo>
                  <a:pt x="0" y="22152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 txBox="1"/>
          <p:nvPr/>
        </p:nvSpPr>
        <p:spPr>
          <a:xfrm>
            <a:off x="1072997" y="4765040"/>
            <a:ext cx="58356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CORDINACIÓN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MAQUINARIA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EQUIPO</a:t>
            </a:r>
            <a:endParaRPr sz="500">
              <a:latin typeface="Arial"/>
              <a:cs typeface="Arial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1093660" y="5966612"/>
            <a:ext cx="540385" cy="273050"/>
          </a:xfrm>
          <a:custGeom>
            <a:avLst/>
            <a:gdLst/>
            <a:ahLst/>
            <a:cxnLst/>
            <a:rect l="l" t="t" r="r" b="b"/>
            <a:pathLst>
              <a:path w="540385" h="273050">
                <a:moveTo>
                  <a:pt x="0" y="272516"/>
                </a:moveTo>
                <a:lnTo>
                  <a:pt x="540207" y="272516"/>
                </a:lnTo>
                <a:lnTo>
                  <a:pt x="540207" y="0"/>
                </a:lnTo>
                <a:lnTo>
                  <a:pt x="0" y="0"/>
                </a:lnTo>
                <a:lnTo>
                  <a:pt x="0" y="27251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/>
          <p:nvPr/>
        </p:nvSpPr>
        <p:spPr>
          <a:xfrm>
            <a:off x="1118108" y="5974842"/>
            <a:ext cx="4889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AUXILIAR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  </a:t>
            </a:r>
            <a:r>
              <a:rPr sz="500" spc="-15" dirty="0">
                <a:solidFill>
                  <a:srgbClr val="4F81BC"/>
                </a:solidFill>
                <a:latin typeface="Arial"/>
                <a:cs typeface="Arial"/>
              </a:rPr>
              <a:t>MAQUINARIA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Y  </a:t>
            </a:r>
            <a:r>
              <a:rPr sz="500" spc="-5" dirty="0">
                <a:solidFill>
                  <a:srgbClr val="4F81BC"/>
                </a:solidFill>
                <a:latin typeface="Arial"/>
                <a:cs typeface="Arial"/>
              </a:rPr>
              <a:t>EQUIPO</a:t>
            </a:r>
            <a:endParaRPr sz="500">
              <a:latin typeface="Arial"/>
              <a:cs typeface="Arial"/>
            </a:endParaRPr>
          </a:p>
        </p:txBody>
      </p:sp>
      <p:sp>
        <p:nvSpPr>
          <p:cNvPr id="202" name="object 202"/>
          <p:cNvSpPr/>
          <p:nvPr/>
        </p:nvSpPr>
        <p:spPr>
          <a:xfrm>
            <a:off x="1363725" y="5004054"/>
            <a:ext cx="0" cy="962660"/>
          </a:xfrm>
          <a:custGeom>
            <a:avLst/>
            <a:gdLst/>
            <a:ahLst/>
            <a:cxnLst/>
            <a:rect l="l" t="t" r="r" b="b"/>
            <a:pathLst>
              <a:path h="962660">
                <a:moveTo>
                  <a:pt x="0" y="0"/>
                </a:moveTo>
                <a:lnTo>
                  <a:pt x="0" y="96253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301332" y="4782528"/>
            <a:ext cx="618490" cy="221615"/>
          </a:xfrm>
          <a:custGeom>
            <a:avLst/>
            <a:gdLst/>
            <a:ahLst/>
            <a:cxnLst/>
            <a:rect l="l" t="t" r="r" b="b"/>
            <a:pathLst>
              <a:path w="618490" h="221614">
                <a:moveTo>
                  <a:pt x="0" y="221526"/>
                </a:moveTo>
                <a:lnTo>
                  <a:pt x="618439" y="221526"/>
                </a:lnTo>
                <a:lnTo>
                  <a:pt x="618439" y="0"/>
                </a:lnTo>
                <a:lnTo>
                  <a:pt x="0" y="0"/>
                </a:lnTo>
                <a:lnTo>
                  <a:pt x="0" y="221526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301332" y="4782528"/>
            <a:ext cx="618490" cy="221615"/>
          </a:xfrm>
          <a:custGeom>
            <a:avLst/>
            <a:gdLst/>
            <a:ahLst/>
            <a:cxnLst/>
            <a:rect l="l" t="t" r="r" b="b"/>
            <a:pathLst>
              <a:path w="618490" h="221614">
                <a:moveTo>
                  <a:pt x="0" y="221526"/>
                </a:moveTo>
                <a:lnTo>
                  <a:pt x="618439" y="221526"/>
                </a:lnTo>
                <a:lnTo>
                  <a:pt x="618439" y="0"/>
                </a:lnTo>
                <a:lnTo>
                  <a:pt x="0" y="0"/>
                </a:lnTo>
                <a:lnTo>
                  <a:pt x="0" y="221526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 txBox="1"/>
          <p:nvPr/>
        </p:nvSpPr>
        <p:spPr>
          <a:xfrm>
            <a:off x="319531" y="4803140"/>
            <a:ext cx="58356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 marR="5080" indent="-2159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chemeClr val="accent1"/>
                </a:solidFill>
                <a:latin typeface="Arial"/>
                <a:cs typeface="Arial"/>
              </a:rPr>
              <a:t>CORDINACIÓN </a:t>
            </a:r>
            <a:r>
              <a:rPr sz="500" dirty="0">
                <a:solidFill>
                  <a:schemeClr val="accent1"/>
                </a:solidFill>
                <a:latin typeface="Arial"/>
                <a:cs typeface="Arial"/>
              </a:rPr>
              <a:t>DE  </a:t>
            </a:r>
            <a:r>
              <a:rPr sz="500" spc="-15" dirty="0">
                <a:solidFill>
                  <a:schemeClr val="accent1"/>
                </a:solidFill>
                <a:latin typeface="Arial"/>
                <a:cs typeface="Arial"/>
              </a:rPr>
              <a:t>MANTENIMIENTO</a:t>
            </a:r>
            <a:endParaRPr sz="5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206" name="object 206"/>
          <p:cNvSpPr/>
          <p:nvPr/>
        </p:nvSpPr>
        <p:spPr>
          <a:xfrm>
            <a:off x="1361566" y="3070733"/>
            <a:ext cx="1428750" cy="979169"/>
          </a:xfrm>
          <a:custGeom>
            <a:avLst/>
            <a:gdLst/>
            <a:ahLst/>
            <a:cxnLst/>
            <a:rect l="l" t="t" r="r" b="b"/>
            <a:pathLst>
              <a:path w="1428750" h="979170">
                <a:moveTo>
                  <a:pt x="1428750" y="0"/>
                </a:moveTo>
                <a:lnTo>
                  <a:pt x="1428750" y="184531"/>
                </a:lnTo>
                <a:lnTo>
                  <a:pt x="0" y="184531"/>
                </a:lnTo>
                <a:lnTo>
                  <a:pt x="0" y="97866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610553" y="4298569"/>
            <a:ext cx="749592" cy="483997"/>
          </a:xfrm>
          <a:custGeom>
            <a:avLst/>
            <a:gdLst/>
            <a:ahLst/>
            <a:cxnLst/>
            <a:rect l="l" t="t" r="r" b="b"/>
            <a:pathLst>
              <a:path w="751205" h="494664">
                <a:moveTo>
                  <a:pt x="751141" y="0"/>
                </a:moveTo>
                <a:lnTo>
                  <a:pt x="751141" y="247395"/>
                </a:lnTo>
                <a:lnTo>
                  <a:pt x="0" y="247395"/>
                </a:lnTo>
                <a:lnTo>
                  <a:pt x="0" y="494664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156"/>
          <p:cNvSpPr/>
          <p:nvPr/>
        </p:nvSpPr>
        <p:spPr>
          <a:xfrm flipV="1">
            <a:off x="9523857" y="4418066"/>
            <a:ext cx="323980" cy="313445"/>
          </a:xfrm>
          <a:custGeom>
            <a:avLst/>
            <a:gdLst/>
            <a:ahLst/>
            <a:cxnLst/>
            <a:rect l="l" t="t" r="r" b="b"/>
            <a:pathLst>
              <a:path w="232410" h="259714">
                <a:moveTo>
                  <a:pt x="0" y="0"/>
                </a:moveTo>
                <a:lnTo>
                  <a:pt x="0" y="259460"/>
                </a:lnTo>
                <a:lnTo>
                  <a:pt x="232283" y="259460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154"/>
          <p:cNvSpPr/>
          <p:nvPr/>
        </p:nvSpPr>
        <p:spPr>
          <a:xfrm>
            <a:off x="9229975" y="4731512"/>
            <a:ext cx="555625" cy="238760"/>
          </a:xfrm>
          <a:custGeom>
            <a:avLst/>
            <a:gdLst/>
            <a:ahLst/>
            <a:cxnLst/>
            <a:rect l="l" t="t" r="r" b="b"/>
            <a:pathLst>
              <a:path w="555625" h="238760">
                <a:moveTo>
                  <a:pt x="0" y="238493"/>
                </a:moveTo>
                <a:lnTo>
                  <a:pt x="555548" y="238493"/>
                </a:lnTo>
                <a:lnTo>
                  <a:pt x="555548" y="0"/>
                </a:lnTo>
                <a:lnTo>
                  <a:pt x="0" y="0"/>
                </a:lnTo>
                <a:lnTo>
                  <a:pt x="0" y="238493"/>
                </a:lnTo>
                <a:close/>
              </a:path>
            </a:pathLst>
          </a:custGeom>
          <a:ln w="635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155"/>
          <p:cNvSpPr txBox="1"/>
          <p:nvPr/>
        </p:nvSpPr>
        <p:spPr>
          <a:xfrm>
            <a:off x="9223215" y="4752975"/>
            <a:ext cx="531305" cy="1801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MX" sz="500" dirty="0">
                <a:solidFill>
                  <a:srgbClr val="4F81BC"/>
                </a:solidFill>
                <a:latin typeface="Arial"/>
                <a:cs typeface="Arial"/>
              </a:rPr>
              <a:t>COORDINADOR 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MX" sz="500" dirty="0">
                <a:solidFill>
                  <a:srgbClr val="4F81BC"/>
                </a:solidFill>
                <a:latin typeface="Arial"/>
                <a:cs typeface="Arial"/>
              </a:rPr>
              <a:t>JURIDICO 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218" name="object 20"/>
          <p:cNvSpPr txBox="1"/>
          <p:nvPr/>
        </p:nvSpPr>
        <p:spPr>
          <a:xfrm>
            <a:off x="13200823" y="4789591"/>
            <a:ext cx="54419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065"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COORDINACIÓN  </a:t>
            </a:r>
            <a:r>
              <a:rPr sz="500" spc="-20" dirty="0">
                <a:solidFill>
                  <a:srgbClr val="4F81BC"/>
                </a:solidFill>
                <a:latin typeface="Arial"/>
                <a:cs typeface="Arial"/>
              </a:rPr>
              <a:t>NAL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lang="es-CO" sz="500" spc="-10" dirty="0">
                <a:solidFill>
                  <a:srgbClr val="4F81BC"/>
                </a:solidFill>
                <a:latin typeface="Arial"/>
                <a:cs typeface="Arial"/>
              </a:rPr>
              <a:t>SST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219" name="object 20"/>
          <p:cNvSpPr txBox="1"/>
          <p:nvPr/>
        </p:nvSpPr>
        <p:spPr>
          <a:xfrm>
            <a:off x="13776794" y="4775486"/>
            <a:ext cx="593918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4F81BC"/>
                </a:solidFill>
                <a:latin typeface="Arial"/>
                <a:cs typeface="Arial"/>
              </a:rPr>
              <a:t>COORDINACIÓN  </a:t>
            </a:r>
            <a:r>
              <a:rPr sz="500" spc="-20" dirty="0">
                <a:solidFill>
                  <a:srgbClr val="4F81BC"/>
                </a:solidFill>
                <a:latin typeface="Arial"/>
                <a:cs typeface="Arial"/>
              </a:rPr>
              <a:t>NAL </a:t>
            </a:r>
            <a:r>
              <a:rPr sz="50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500" spc="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lang="es-CO" sz="500" spc="-10" dirty="0">
                <a:solidFill>
                  <a:srgbClr val="4F81BC"/>
                </a:solidFill>
                <a:latin typeface="Arial"/>
                <a:cs typeface="Arial"/>
              </a:rPr>
              <a:t>AMBIENTE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220" name="object 202"/>
          <p:cNvSpPr/>
          <p:nvPr/>
        </p:nvSpPr>
        <p:spPr>
          <a:xfrm flipH="1">
            <a:off x="1319060" y="4552818"/>
            <a:ext cx="45719" cy="245496"/>
          </a:xfrm>
          <a:custGeom>
            <a:avLst/>
            <a:gdLst/>
            <a:ahLst/>
            <a:cxnLst/>
            <a:rect l="l" t="t" r="r" b="b"/>
            <a:pathLst>
              <a:path h="962660">
                <a:moveTo>
                  <a:pt x="0" y="0"/>
                </a:moveTo>
                <a:lnTo>
                  <a:pt x="0" y="962532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213 CuadroTexto"/>
          <p:cNvSpPr txBox="1"/>
          <p:nvPr/>
        </p:nvSpPr>
        <p:spPr>
          <a:xfrm>
            <a:off x="190500" y="7235825"/>
            <a:ext cx="2367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Versión: 1</a:t>
            </a: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Fecha: 30 de diciembre de 2018 </a:t>
            </a:r>
          </a:p>
        </p:txBody>
      </p:sp>
      <p:sp>
        <p:nvSpPr>
          <p:cNvPr id="221" name="object 66"/>
          <p:cNvSpPr/>
          <p:nvPr/>
        </p:nvSpPr>
        <p:spPr>
          <a:xfrm>
            <a:off x="2783203" y="2457678"/>
            <a:ext cx="4628707" cy="292101"/>
          </a:xfrm>
          <a:custGeom>
            <a:avLst/>
            <a:gdLst/>
            <a:ahLst/>
            <a:cxnLst/>
            <a:rect l="l" t="t" r="r" b="b"/>
            <a:pathLst>
              <a:path w="4711700" h="996314">
                <a:moveTo>
                  <a:pt x="4711192" y="0"/>
                </a:moveTo>
                <a:lnTo>
                  <a:pt x="4711192" y="497966"/>
                </a:lnTo>
                <a:lnTo>
                  <a:pt x="0" y="497966"/>
                </a:lnTo>
                <a:lnTo>
                  <a:pt x="0" y="995806"/>
                </a:lnTo>
              </a:path>
            </a:pathLst>
          </a:custGeom>
          <a:ln w="63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206</Words>
  <Application>Microsoft Office PowerPoint</Application>
  <PresentationFormat>Personalizado</PresentationFormat>
  <Paragraphs>74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Calidad HSEQ</dc:creator>
  <cp:lastModifiedBy>fabianr8</cp:lastModifiedBy>
  <cp:revision>7</cp:revision>
  <dcterms:created xsi:type="dcterms:W3CDTF">2019-04-23T21:11:13Z</dcterms:created>
  <dcterms:modified xsi:type="dcterms:W3CDTF">2025-02-28T22:21:50Z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2016-08-01T00:00:00Z</vt:filetime>
  </property>
  <property fmtid="{D5CDD505-2E9C-101B-9397-08002B2CF9AE}" pid="3" name="Creator">
    <vt:lpwstr>PDFium</vt:lpwstr>
  </property>
  <property fmtid="{D5CDD505-2E9C-101B-9397-08002B2CF9AE}" pid="4" name="LastSaved">
    <vt:filetime>2019-04-23T00:00:00Z</vt:filetime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SetDate">
    <vt:lpwstr>2025-02-28T22:21:50Z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iteId">
    <vt:lpwstr>10bec3c8-e9cd-4338-b93b-9173e733053f</vt:lpwstr>
  </property>
  <property fmtid="{D5CDD505-2E9C-101B-9397-08002B2CF9AE}" pid="10" name="MSIP_Label_defa4170-0d19-0005-0004-bc88714345d2_ActionId">
    <vt:lpwstr>7a399168-b804-4246-9f34-d386d7bd172d</vt:lpwstr>
  </property>
  <property fmtid="{D5CDD505-2E9C-101B-9397-08002B2CF9AE}" pid="11" name="MSIP_Label_defa4170-0d19-0005-0004-bc88714345d2_ContentBits">
    <vt:lpwstr>0</vt:lpwstr>
  </property>
  <property fmtid="{D5CDD505-2E9C-101B-9397-08002B2CF9AE}" pid="12" name="MSIP_Label_defa4170-0d19-0005-0004-bc88714345d2_Tag">
    <vt:lpwstr>10, 3, 0, 1</vt:lpwstr>
  </property>
</Properties>
</file>